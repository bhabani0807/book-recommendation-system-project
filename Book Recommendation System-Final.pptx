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5507" autoAdjust="0"/>
  </p:normalViewPr>
  <p:slideViewPr>
    <p:cSldViewPr snapToGrid="0">
      <p:cViewPr>
        <p:scale>
          <a:sx n="75" d="100"/>
          <a:sy n="75" d="100"/>
        </p:scale>
        <p:origin x="-84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48C406-85A9-47C4-8EDE-0EFA82C7CB0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7AD6F-4E14-4E9F-8A1B-D5E5F3502E9B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Datasets</a:t>
          </a:r>
        </a:p>
        <a:p>
          <a:r>
            <a:rPr lang="en-US" dirty="0" smtClean="0">
              <a:latin typeface="Britannic Bold" pitchFamily="34" charset="0"/>
            </a:rPr>
            <a:t>-Import Libraries</a:t>
          </a:r>
        </a:p>
        <a:p>
          <a:r>
            <a:rPr lang="en-US" dirty="0" smtClean="0">
              <a:latin typeface="Britannic Bold" pitchFamily="34" charset="0"/>
            </a:rPr>
            <a:t>-Load Datasets</a:t>
          </a:r>
          <a:endParaRPr lang="en-US" dirty="0">
            <a:latin typeface="Britannic Bold" pitchFamily="34" charset="0"/>
          </a:endParaRPr>
        </a:p>
      </dgm:t>
    </dgm:pt>
    <dgm:pt modelId="{3D990EAB-C8D8-4677-877E-B3077C087983}" type="parTrans" cxnId="{62620D5D-2537-4141-9682-982A21A764C7}">
      <dgm:prSet/>
      <dgm:spPr/>
      <dgm:t>
        <a:bodyPr/>
        <a:lstStyle/>
        <a:p>
          <a:endParaRPr lang="en-US"/>
        </a:p>
      </dgm:t>
    </dgm:pt>
    <dgm:pt modelId="{EA046180-A880-411E-9AAA-1F23E6359203}" type="sibTrans" cxnId="{62620D5D-2537-4141-9682-982A21A764C7}">
      <dgm:prSet/>
      <dgm:spPr/>
      <dgm:t>
        <a:bodyPr/>
        <a:lstStyle/>
        <a:p>
          <a:endParaRPr lang="en-US"/>
        </a:p>
      </dgm:t>
    </dgm:pt>
    <dgm:pt modelId="{D7D26CC7-4A5A-401C-9C1F-8FC16451B3D8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Data Cleaning</a:t>
          </a:r>
        </a:p>
        <a:p>
          <a:r>
            <a:rPr lang="en-US" dirty="0" smtClean="0">
              <a:latin typeface="Britannic Bold" pitchFamily="34" charset="0"/>
            </a:rPr>
            <a:t>-Missing Value Treatment</a:t>
          </a:r>
        </a:p>
        <a:p>
          <a:r>
            <a:rPr lang="en-US" dirty="0" smtClean="0">
              <a:latin typeface="Britannic Bold" pitchFamily="34" charset="0"/>
            </a:rPr>
            <a:t>-Checking Duplicates</a:t>
          </a:r>
        </a:p>
      </dgm:t>
    </dgm:pt>
    <dgm:pt modelId="{3A07D125-32AD-4910-9408-00C822CB2AEF}" type="parTrans" cxnId="{20B18886-C483-4792-84DF-90528C064BF8}">
      <dgm:prSet/>
      <dgm:spPr/>
      <dgm:t>
        <a:bodyPr/>
        <a:lstStyle/>
        <a:p>
          <a:endParaRPr lang="en-US"/>
        </a:p>
      </dgm:t>
    </dgm:pt>
    <dgm:pt modelId="{6B16B39A-3F21-4618-9742-BD136DAB8C83}" type="sibTrans" cxnId="{20B18886-C483-4792-84DF-90528C064BF8}">
      <dgm:prSet/>
      <dgm:spPr/>
      <dgm:t>
        <a:bodyPr/>
        <a:lstStyle/>
        <a:p>
          <a:endParaRPr lang="en-US"/>
        </a:p>
      </dgm:t>
    </dgm:pt>
    <dgm:pt modelId="{4922034E-8BB9-4E8F-A24A-4CEE71AF7A17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Data Preprocessing/EDA</a:t>
          </a:r>
        </a:p>
        <a:p>
          <a:r>
            <a:rPr lang="en-US" dirty="0" smtClean="0">
              <a:latin typeface="Britannic Bold" pitchFamily="34" charset="0"/>
            </a:rPr>
            <a:t>-Construct an extra columns for locations</a:t>
          </a:r>
        </a:p>
        <a:p>
          <a:r>
            <a:rPr lang="en-US" dirty="0" smtClean="0">
              <a:latin typeface="Britannic Bold" pitchFamily="34" charset="0"/>
            </a:rPr>
            <a:t>-Changes in the inappropriate blanks values in columns</a:t>
          </a:r>
          <a:endParaRPr lang="en-US" dirty="0">
            <a:latin typeface="Britannic Bold" pitchFamily="34" charset="0"/>
          </a:endParaRPr>
        </a:p>
      </dgm:t>
    </dgm:pt>
    <dgm:pt modelId="{68268EEF-2147-47E7-AC3C-C1022DAECEBB}" type="parTrans" cxnId="{33DB4A6B-BCF5-4F20-8BF0-F574CF6398E4}">
      <dgm:prSet/>
      <dgm:spPr/>
      <dgm:t>
        <a:bodyPr/>
        <a:lstStyle/>
        <a:p>
          <a:endParaRPr lang="en-US"/>
        </a:p>
      </dgm:t>
    </dgm:pt>
    <dgm:pt modelId="{844989B3-9E12-4F53-8E2F-9641EA1419CA}" type="sibTrans" cxnId="{33DB4A6B-BCF5-4F20-8BF0-F574CF6398E4}">
      <dgm:prSet/>
      <dgm:spPr/>
      <dgm:t>
        <a:bodyPr/>
        <a:lstStyle/>
        <a:p>
          <a:endParaRPr lang="en-US"/>
        </a:p>
      </dgm:t>
    </dgm:pt>
    <dgm:pt modelId="{79C63627-9C00-4AEC-BA16-2204B14AA8F9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Data Visualization</a:t>
          </a:r>
        </a:p>
        <a:p>
          <a:r>
            <a:rPr lang="en-US" dirty="0" smtClean="0">
              <a:latin typeface="Britannic Bold" pitchFamily="34" charset="0"/>
            </a:rPr>
            <a:t>-Numerical Data Visualization</a:t>
          </a:r>
        </a:p>
        <a:p>
          <a:r>
            <a:rPr lang="en-US" dirty="0" smtClean="0">
              <a:latin typeface="Britannic Bold" pitchFamily="34" charset="0"/>
            </a:rPr>
            <a:t>-Outliers Detection through Boxplot</a:t>
          </a:r>
          <a:endParaRPr lang="en-US" dirty="0">
            <a:latin typeface="Britannic Bold" pitchFamily="34" charset="0"/>
          </a:endParaRPr>
        </a:p>
      </dgm:t>
    </dgm:pt>
    <dgm:pt modelId="{F84215E7-99AC-4C12-9DFB-5BD89D9F6E60}" type="parTrans" cxnId="{BA33E66A-9F69-46CB-BE47-8EF5A04CC9F4}">
      <dgm:prSet/>
      <dgm:spPr/>
      <dgm:t>
        <a:bodyPr/>
        <a:lstStyle/>
        <a:p>
          <a:endParaRPr lang="en-US"/>
        </a:p>
      </dgm:t>
    </dgm:pt>
    <dgm:pt modelId="{59E9AC77-1815-4B2E-96CD-0AA4C664BB4D}" type="sibTrans" cxnId="{BA33E66A-9F69-46CB-BE47-8EF5A04CC9F4}">
      <dgm:prSet/>
      <dgm:spPr/>
      <dgm:t>
        <a:bodyPr/>
        <a:lstStyle/>
        <a:p>
          <a:endParaRPr lang="en-US"/>
        </a:p>
      </dgm:t>
    </dgm:pt>
    <dgm:pt modelId="{51718F60-8989-4EBA-9619-D85E72D5A71E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Model Selection</a:t>
          </a:r>
          <a:endParaRPr lang="en-US" dirty="0">
            <a:latin typeface="Britannic Bold" pitchFamily="34" charset="0"/>
          </a:endParaRPr>
        </a:p>
      </dgm:t>
    </dgm:pt>
    <dgm:pt modelId="{FEED33CD-B3DC-42E6-BD74-758D12EDD6DD}" type="parTrans" cxnId="{D2370A68-F6AA-4AE1-9FD1-50EE431C13FB}">
      <dgm:prSet/>
      <dgm:spPr/>
      <dgm:t>
        <a:bodyPr/>
        <a:lstStyle/>
        <a:p>
          <a:endParaRPr lang="en-US"/>
        </a:p>
      </dgm:t>
    </dgm:pt>
    <dgm:pt modelId="{02A16FB7-9539-466D-B1E9-01E7712AEED6}" type="sibTrans" cxnId="{D2370A68-F6AA-4AE1-9FD1-50EE431C13FB}">
      <dgm:prSet/>
      <dgm:spPr/>
      <dgm:t>
        <a:bodyPr/>
        <a:lstStyle/>
        <a:p>
          <a:endParaRPr lang="en-US"/>
        </a:p>
      </dgm:t>
    </dgm:pt>
    <dgm:pt modelId="{36485F68-E200-4779-A744-419E22A343E4}">
      <dgm:prSet phldrT="[Text]"/>
      <dgm:spPr/>
      <dgm:t>
        <a:bodyPr/>
        <a:lstStyle/>
        <a:p>
          <a:r>
            <a:rPr lang="en-US" dirty="0" smtClean="0">
              <a:latin typeface="Britannic Bold" pitchFamily="34" charset="0"/>
            </a:rPr>
            <a:t>Model Deployment</a:t>
          </a:r>
          <a:endParaRPr lang="en-US" dirty="0">
            <a:latin typeface="Britannic Bold" pitchFamily="34" charset="0"/>
          </a:endParaRPr>
        </a:p>
      </dgm:t>
    </dgm:pt>
    <dgm:pt modelId="{42BDBB04-09D8-4269-A8C0-60748BBF5A1E}" type="parTrans" cxnId="{B715C785-ABCC-4E93-A925-671EE0D7A6F7}">
      <dgm:prSet/>
      <dgm:spPr/>
      <dgm:t>
        <a:bodyPr/>
        <a:lstStyle/>
        <a:p>
          <a:endParaRPr lang="en-US"/>
        </a:p>
      </dgm:t>
    </dgm:pt>
    <dgm:pt modelId="{8F7AB6A8-E22B-4D38-8842-537D14EB772E}" type="sibTrans" cxnId="{B715C785-ABCC-4E93-A925-671EE0D7A6F7}">
      <dgm:prSet/>
      <dgm:spPr/>
      <dgm:t>
        <a:bodyPr/>
        <a:lstStyle/>
        <a:p>
          <a:endParaRPr lang="en-US"/>
        </a:p>
      </dgm:t>
    </dgm:pt>
    <dgm:pt modelId="{873DB650-8710-4D3C-87B8-BC0DDECE9C29}" type="pres">
      <dgm:prSet presAssocID="{1648C406-85A9-47C4-8EDE-0EFA82C7CB08}" presName="Name0" presStyleCnt="0">
        <dgm:presLayoutVars>
          <dgm:chMax val="7"/>
          <dgm:chPref val="7"/>
          <dgm:dir/>
        </dgm:presLayoutVars>
      </dgm:prSet>
      <dgm:spPr/>
    </dgm:pt>
    <dgm:pt modelId="{B8B4A08A-F862-4CFE-A1C8-6D8BDD15FFB9}" type="pres">
      <dgm:prSet presAssocID="{1648C406-85A9-47C4-8EDE-0EFA82C7CB08}" presName="Name1" presStyleCnt="0"/>
      <dgm:spPr/>
    </dgm:pt>
    <dgm:pt modelId="{86DBA327-1616-485E-9791-A9767FE2699F}" type="pres">
      <dgm:prSet presAssocID="{1648C406-85A9-47C4-8EDE-0EFA82C7CB08}" presName="cycle" presStyleCnt="0"/>
      <dgm:spPr/>
    </dgm:pt>
    <dgm:pt modelId="{A5C722A8-CB45-4599-B2AB-DE6FEF7BEA86}" type="pres">
      <dgm:prSet presAssocID="{1648C406-85A9-47C4-8EDE-0EFA82C7CB08}" presName="srcNode" presStyleLbl="node1" presStyleIdx="0" presStyleCnt="6"/>
      <dgm:spPr/>
    </dgm:pt>
    <dgm:pt modelId="{FAD63189-F8B1-4100-A731-A543DB3B4A95}" type="pres">
      <dgm:prSet presAssocID="{1648C406-85A9-47C4-8EDE-0EFA82C7CB08}" presName="conn" presStyleLbl="parChTrans1D2" presStyleIdx="0" presStyleCnt="1"/>
      <dgm:spPr/>
    </dgm:pt>
    <dgm:pt modelId="{ED596D51-8D27-48C2-B005-5161D5148A2F}" type="pres">
      <dgm:prSet presAssocID="{1648C406-85A9-47C4-8EDE-0EFA82C7CB08}" presName="extraNode" presStyleLbl="node1" presStyleIdx="0" presStyleCnt="6"/>
      <dgm:spPr/>
    </dgm:pt>
    <dgm:pt modelId="{FC2CF3B3-402D-4C0B-9237-BBDE4B968B5C}" type="pres">
      <dgm:prSet presAssocID="{1648C406-85A9-47C4-8EDE-0EFA82C7CB08}" presName="dstNode" presStyleLbl="node1" presStyleIdx="0" presStyleCnt="6"/>
      <dgm:spPr/>
    </dgm:pt>
    <dgm:pt modelId="{A3C51A6D-0A2E-4A92-8CF2-2112F7488780}" type="pres">
      <dgm:prSet presAssocID="{0D47AD6F-4E14-4E9F-8A1B-D5E5F3502E9B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94031D-C141-4BF9-BC55-D22AAB85B45A}" type="pres">
      <dgm:prSet presAssocID="{0D47AD6F-4E14-4E9F-8A1B-D5E5F3502E9B}" presName="accent_1" presStyleCnt="0"/>
      <dgm:spPr/>
    </dgm:pt>
    <dgm:pt modelId="{0D8CBD43-8D69-413E-A43C-A18B8E932340}" type="pres">
      <dgm:prSet presAssocID="{0D47AD6F-4E14-4E9F-8A1B-D5E5F3502E9B}" presName="accentRepeatNode" presStyleLbl="solidFgAcc1" presStyleIdx="0" presStyleCnt="6"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4C0221C-8EDE-4AF3-9E7F-8CD1B2E48DDC}" type="pres">
      <dgm:prSet presAssocID="{D7D26CC7-4A5A-401C-9C1F-8FC16451B3D8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909D98-F5A0-4BB1-909F-F88869AA5C29}" type="pres">
      <dgm:prSet presAssocID="{D7D26CC7-4A5A-401C-9C1F-8FC16451B3D8}" presName="accent_2" presStyleCnt="0"/>
      <dgm:spPr/>
    </dgm:pt>
    <dgm:pt modelId="{74C46565-DB5E-4B35-BA77-06648A3F4E03}" type="pres">
      <dgm:prSet presAssocID="{D7D26CC7-4A5A-401C-9C1F-8FC16451B3D8}" presName="accentRepeatNode" presStyleLbl="solidFgAcc1" presStyleIdx="1" presStyleCnt="6"/>
      <dgm:spPr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7781EC0-B03F-48E6-9781-57181555DC4B}" type="pres">
      <dgm:prSet presAssocID="{4922034E-8BB9-4E8F-A24A-4CEE71AF7A17}" presName="text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D5561C-10DC-445F-9D24-CFA9D31D8B91}" type="pres">
      <dgm:prSet presAssocID="{4922034E-8BB9-4E8F-A24A-4CEE71AF7A17}" presName="accent_3" presStyleCnt="0"/>
      <dgm:spPr/>
    </dgm:pt>
    <dgm:pt modelId="{3FE2D2BD-01AC-4A7F-8B03-9FA956A61E19}" type="pres">
      <dgm:prSet presAssocID="{4922034E-8BB9-4E8F-A24A-4CEE71AF7A17}" presName="accentRepeatNode" presStyleLbl="solidFgAcc1" presStyleIdx="2" presStyleCnt="6"/>
      <dgm:spPr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535ED36-956C-44B2-8CC4-748435DD5738}" type="pres">
      <dgm:prSet presAssocID="{79C63627-9C00-4AEC-BA16-2204B14AA8F9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5A7E50-F712-4D47-8E47-777BB0AED739}" type="pres">
      <dgm:prSet presAssocID="{79C63627-9C00-4AEC-BA16-2204B14AA8F9}" presName="accent_4" presStyleCnt="0"/>
      <dgm:spPr/>
    </dgm:pt>
    <dgm:pt modelId="{E8384D32-4EA0-4B67-89EA-D787D0EDDDCE}" type="pres">
      <dgm:prSet presAssocID="{79C63627-9C00-4AEC-BA16-2204B14AA8F9}" presName="accentRepeatNode" presStyleLbl="solidFgAcc1" presStyleIdx="3" presStyleCnt="6"/>
      <dgm:spPr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334396F-09CB-4B36-AE85-84EB2D7AA530}" type="pres">
      <dgm:prSet presAssocID="{51718F60-8989-4EBA-9619-D85E72D5A71E}" presName="text_5" presStyleLbl="node1" presStyleIdx="4" presStyleCnt="6">
        <dgm:presLayoutVars>
          <dgm:bulletEnabled val="1"/>
        </dgm:presLayoutVars>
      </dgm:prSet>
      <dgm:spPr/>
    </dgm:pt>
    <dgm:pt modelId="{E66C8AEA-D6B0-43E1-9F16-72DA50CB15D1}" type="pres">
      <dgm:prSet presAssocID="{51718F60-8989-4EBA-9619-D85E72D5A71E}" presName="accent_5" presStyleCnt="0"/>
      <dgm:spPr/>
    </dgm:pt>
    <dgm:pt modelId="{C7B72DF5-AD67-4514-93FD-061DEE513086}" type="pres">
      <dgm:prSet presAssocID="{51718F60-8989-4EBA-9619-D85E72D5A71E}" presName="accentRepeatNode" presStyleLbl="solidFgAcc1" presStyleIdx="4" presStyleCnt="6"/>
      <dgm:spPr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2642606-D6CC-4512-B01E-F55FAFD586E0}" type="pres">
      <dgm:prSet presAssocID="{36485F68-E200-4779-A744-419E22A343E4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434EE7-7099-494F-ABB7-5ED9DB780EB3}" type="pres">
      <dgm:prSet presAssocID="{36485F68-E200-4779-A744-419E22A343E4}" presName="accent_6" presStyleCnt="0"/>
      <dgm:spPr/>
    </dgm:pt>
    <dgm:pt modelId="{34C22F22-0FF7-43C8-8980-2D2B558EA68A}" type="pres">
      <dgm:prSet presAssocID="{36485F68-E200-4779-A744-419E22A343E4}" presName="accentRepeatNode" presStyleLbl="solidFgAcc1" presStyleIdx="5" presStyleCnt="6"/>
      <dgm:spPr>
        <a:blipFill dpi="0" rotWithShape="0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D2370A68-F6AA-4AE1-9FD1-50EE431C13FB}" srcId="{1648C406-85A9-47C4-8EDE-0EFA82C7CB08}" destId="{51718F60-8989-4EBA-9619-D85E72D5A71E}" srcOrd="4" destOrd="0" parTransId="{FEED33CD-B3DC-42E6-BD74-758D12EDD6DD}" sibTransId="{02A16FB7-9539-466D-B1E9-01E7712AEED6}"/>
    <dgm:cxn modelId="{3D0C843E-BA02-4FFA-AE7C-D73BED5C9525}" type="presOf" srcId="{4922034E-8BB9-4E8F-A24A-4CEE71AF7A17}" destId="{37781EC0-B03F-48E6-9781-57181555DC4B}" srcOrd="0" destOrd="0" presId="urn:microsoft.com/office/officeart/2008/layout/VerticalCurvedList"/>
    <dgm:cxn modelId="{C4EB8E0E-5C50-4D87-9158-2361BA2514D8}" type="presOf" srcId="{0D47AD6F-4E14-4E9F-8A1B-D5E5F3502E9B}" destId="{A3C51A6D-0A2E-4A92-8CF2-2112F7488780}" srcOrd="0" destOrd="0" presId="urn:microsoft.com/office/officeart/2008/layout/VerticalCurvedList"/>
    <dgm:cxn modelId="{A16ADA90-8EBF-4D93-974D-37B2B42E9D15}" type="presOf" srcId="{36485F68-E200-4779-A744-419E22A343E4}" destId="{22642606-D6CC-4512-B01E-F55FAFD586E0}" srcOrd="0" destOrd="0" presId="urn:microsoft.com/office/officeart/2008/layout/VerticalCurvedList"/>
    <dgm:cxn modelId="{91CF3C74-9424-40EF-806D-DC4AECAD9AA5}" type="presOf" srcId="{51718F60-8989-4EBA-9619-D85E72D5A71E}" destId="{8334396F-09CB-4B36-AE85-84EB2D7AA530}" srcOrd="0" destOrd="0" presId="urn:microsoft.com/office/officeart/2008/layout/VerticalCurvedList"/>
    <dgm:cxn modelId="{05B1DA51-2026-479B-8D65-F63F93453686}" type="presOf" srcId="{79C63627-9C00-4AEC-BA16-2204B14AA8F9}" destId="{2535ED36-956C-44B2-8CC4-748435DD5738}" srcOrd="0" destOrd="0" presId="urn:microsoft.com/office/officeart/2008/layout/VerticalCurvedList"/>
    <dgm:cxn modelId="{20B18886-C483-4792-84DF-90528C064BF8}" srcId="{1648C406-85A9-47C4-8EDE-0EFA82C7CB08}" destId="{D7D26CC7-4A5A-401C-9C1F-8FC16451B3D8}" srcOrd="1" destOrd="0" parTransId="{3A07D125-32AD-4910-9408-00C822CB2AEF}" sibTransId="{6B16B39A-3F21-4618-9742-BD136DAB8C83}"/>
    <dgm:cxn modelId="{C1CAB3A6-4C1E-453E-9801-20D3EB50C475}" type="presOf" srcId="{1648C406-85A9-47C4-8EDE-0EFA82C7CB08}" destId="{873DB650-8710-4D3C-87B8-BC0DDECE9C29}" srcOrd="0" destOrd="0" presId="urn:microsoft.com/office/officeart/2008/layout/VerticalCurvedList"/>
    <dgm:cxn modelId="{62620D5D-2537-4141-9682-982A21A764C7}" srcId="{1648C406-85A9-47C4-8EDE-0EFA82C7CB08}" destId="{0D47AD6F-4E14-4E9F-8A1B-D5E5F3502E9B}" srcOrd="0" destOrd="0" parTransId="{3D990EAB-C8D8-4677-877E-B3077C087983}" sibTransId="{EA046180-A880-411E-9AAA-1F23E6359203}"/>
    <dgm:cxn modelId="{98723CDA-F54D-4885-A3F8-27FE2D4D8A77}" type="presOf" srcId="{EA046180-A880-411E-9AAA-1F23E6359203}" destId="{FAD63189-F8B1-4100-A731-A543DB3B4A95}" srcOrd="0" destOrd="0" presId="urn:microsoft.com/office/officeart/2008/layout/VerticalCurvedList"/>
    <dgm:cxn modelId="{B715C785-ABCC-4E93-A925-671EE0D7A6F7}" srcId="{1648C406-85A9-47C4-8EDE-0EFA82C7CB08}" destId="{36485F68-E200-4779-A744-419E22A343E4}" srcOrd="5" destOrd="0" parTransId="{42BDBB04-09D8-4269-A8C0-60748BBF5A1E}" sibTransId="{8F7AB6A8-E22B-4D38-8842-537D14EB772E}"/>
    <dgm:cxn modelId="{138BCF86-B87A-40CE-A81E-323935BAF304}" type="presOf" srcId="{D7D26CC7-4A5A-401C-9C1F-8FC16451B3D8}" destId="{34C0221C-8EDE-4AF3-9E7F-8CD1B2E48DDC}" srcOrd="0" destOrd="0" presId="urn:microsoft.com/office/officeart/2008/layout/VerticalCurvedList"/>
    <dgm:cxn modelId="{BA33E66A-9F69-46CB-BE47-8EF5A04CC9F4}" srcId="{1648C406-85A9-47C4-8EDE-0EFA82C7CB08}" destId="{79C63627-9C00-4AEC-BA16-2204B14AA8F9}" srcOrd="3" destOrd="0" parTransId="{F84215E7-99AC-4C12-9DFB-5BD89D9F6E60}" sibTransId="{59E9AC77-1815-4B2E-96CD-0AA4C664BB4D}"/>
    <dgm:cxn modelId="{33DB4A6B-BCF5-4F20-8BF0-F574CF6398E4}" srcId="{1648C406-85A9-47C4-8EDE-0EFA82C7CB08}" destId="{4922034E-8BB9-4E8F-A24A-4CEE71AF7A17}" srcOrd="2" destOrd="0" parTransId="{68268EEF-2147-47E7-AC3C-C1022DAECEBB}" sibTransId="{844989B3-9E12-4F53-8E2F-9641EA1419CA}"/>
    <dgm:cxn modelId="{64933F03-5CC6-4EFF-9035-423195656530}" type="presParOf" srcId="{873DB650-8710-4D3C-87B8-BC0DDECE9C29}" destId="{B8B4A08A-F862-4CFE-A1C8-6D8BDD15FFB9}" srcOrd="0" destOrd="0" presId="urn:microsoft.com/office/officeart/2008/layout/VerticalCurvedList"/>
    <dgm:cxn modelId="{189CCD4E-E89C-42D9-A63E-FBCFF1EA686C}" type="presParOf" srcId="{B8B4A08A-F862-4CFE-A1C8-6D8BDD15FFB9}" destId="{86DBA327-1616-485E-9791-A9767FE2699F}" srcOrd="0" destOrd="0" presId="urn:microsoft.com/office/officeart/2008/layout/VerticalCurvedList"/>
    <dgm:cxn modelId="{502F3DAE-6784-464B-AE35-90F533DD1ABF}" type="presParOf" srcId="{86DBA327-1616-485E-9791-A9767FE2699F}" destId="{A5C722A8-CB45-4599-B2AB-DE6FEF7BEA86}" srcOrd="0" destOrd="0" presId="urn:microsoft.com/office/officeart/2008/layout/VerticalCurvedList"/>
    <dgm:cxn modelId="{40F8E017-B80F-44EA-9D94-088B45DBB0B3}" type="presParOf" srcId="{86DBA327-1616-485E-9791-A9767FE2699F}" destId="{FAD63189-F8B1-4100-A731-A543DB3B4A95}" srcOrd="1" destOrd="0" presId="urn:microsoft.com/office/officeart/2008/layout/VerticalCurvedList"/>
    <dgm:cxn modelId="{1511CE6F-1A8C-467C-87C6-F2BF4AC62CE7}" type="presParOf" srcId="{86DBA327-1616-485E-9791-A9767FE2699F}" destId="{ED596D51-8D27-48C2-B005-5161D5148A2F}" srcOrd="2" destOrd="0" presId="urn:microsoft.com/office/officeart/2008/layout/VerticalCurvedList"/>
    <dgm:cxn modelId="{EEFAFD6B-602B-43A2-AAD5-CC5447CE5809}" type="presParOf" srcId="{86DBA327-1616-485E-9791-A9767FE2699F}" destId="{FC2CF3B3-402D-4C0B-9237-BBDE4B968B5C}" srcOrd="3" destOrd="0" presId="urn:microsoft.com/office/officeart/2008/layout/VerticalCurvedList"/>
    <dgm:cxn modelId="{6C562BA7-23F2-4569-985C-A1FD38EF17F9}" type="presParOf" srcId="{B8B4A08A-F862-4CFE-A1C8-6D8BDD15FFB9}" destId="{A3C51A6D-0A2E-4A92-8CF2-2112F7488780}" srcOrd="1" destOrd="0" presId="urn:microsoft.com/office/officeart/2008/layout/VerticalCurvedList"/>
    <dgm:cxn modelId="{F724C172-DC40-459C-BECF-1ADFF103F28F}" type="presParOf" srcId="{B8B4A08A-F862-4CFE-A1C8-6D8BDD15FFB9}" destId="{DC94031D-C141-4BF9-BC55-D22AAB85B45A}" srcOrd="2" destOrd="0" presId="urn:microsoft.com/office/officeart/2008/layout/VerticalCurvedList"/>
    <dgm:cxn modelId="{91DC782A-F844-4089-BCBE-669F576D9224}" type="presParOf" srcId="{DC94031D-C141-4BF9-BC55-D22AAB85B45A}" destId="{0D8CBD43-8D69-413E-A43C-A18B8E932340}" srcOrd="0" destOrd="0" presId="urn:microsoft.com/office/officeart/2008/layout/VerticalCurvedList"/>
    <dgm:cxn modelId="{D3333410-164B-4CE6-8CC2-A108D6EAFA2B}" type="presParOf" srcId="{B8B4A08A-F862-4CFE-A1C8-6D8BDD15FFB9}" destId="{34C0221C-8EDE-4AF3-9E7F-8CD1B2E48DDC}" srcOrd="3" destOrd="0" presId="urn:microsoft.com/office/officeart/2008/layout/VerticalCurvedList"/>
    <dgm:cxn modelId="{AE56CFBD-9144-4D54-A5E0-987C5FD86FA0}" type="presParOf" srcId="{B8B4A08A-F862-4CFE-A1C8-6D8BDD15FFB9}" destId="{2A909D98-F5A0-4BB1-909F-F88869AA5C29}" srcOrd="4" destOrd="0" presId="urn:microsoft.com/office/officeart/2008/layout/VerticalCurvedList"/>
    <dgm:cxn modelId="{1F2242EF-0D7B-476A-9D80-E356D303D2D7}" type="presParOf" srcId="{2A909D98-F5A0-4BB1-909F-F88869AA5C29}" destId="{74C46565-DB5E-4B35-BA77-06648A3F4E03}" srcOrd="0" destOrd="0" presId="urn:microsoft.com/office/officeart/2008/layout/VerticalCurvedList"/>
    <dgm:cxn modelId="{00D56C9F-6444-423D-92C6-9C57CE1BBBF4}" type="presParOf" srcId="{B8B4A08A-F862-4CFE-A1C8-6D8BDD15FFB9}" destId="{37781EC0-B03F-48E6-9781-57181555DC4B}" srcOrd="5" destOrd="0" presId="urn:microsoft.com/office/officeart/2008/layout/VerticalCurvedList"/>
    <dgm:cxn modelId="{1455EB95-B35E-4EFC-B404-B096E99CBE37}" type="presParOf" srcId="{B8B4A08A-F862-4CFE-A1C8-6D8BDD15FFB9}" destId="{81D5561C-10DC-445F-9D24-CFA9D31D8B91}" srcOrd="6" destOrd="0" presId="urn:microsoft.com/office/officeart/2008/layout/VerticalCurvedList"/>
    <dgm:cxn modelId="{997684CF-8AAE-42F1-AEEA-152087E41855}" type="presParOf" srcId="{81D5561C-10DC-445F-9D24-CFA9D31D8B91}" destId="{3FE2D2BD-01AC-4A7F-8B03-9FA956A61E19}" srcOrd="0" destOrd="0" presId="urn:microsoft.com/office/officeart/2008/layout/VerticalCurvedList"/>
    <dgm:cxn modelId="{DFAB250E-C910-4B4B-8E49-F9ED4683EE06}" type="presParOf" srcId="{B8B4A08A-F862-4CFE-A1C8-6D8BDD15FFB9}" destId="{2535ED36-956C-44B2-8CC4-748435DD5738}" srcOrd="7" destOrd="0" presId="urn:microsoft.com/office/officeart/2008/layout/VerticalCurvedList"/>
    <dgm:cxn modelId="{BFA3D2F9-1B85-4D70-B247-F510F49A435C}" type="presParOf" srcId="{B8B4A08A-F862-4CFE-A1C8-6D8BDD15FFB9}" destId="{805A7E50-F712-4D47-8E47-777BB0AED739}" srcOrd="8" destOrd="0" presId="urn:microsoft.com/office/officeart/2008/layout/VerticalCurvedList"/>
    <dgm:cxn modelId="{BA46739B-86E2-4A5B-B72E-79AF2BCEC111}" type="presParOf" srcId="{805A7E50-F712-4D47-8E47-777BB0AED739}" destId="{E8384D32-4EA0-4B67-89EA-D787D0EDDDCE}" srcOrd="0" destOrd="0" presId="urn:microsoft.com/office/officeart/2008/layout/VerticalCurvedList"/>
    <dgm:cxn modelId="{89FCB6C3-C51D-49D4-9549-BA1CBD041E6D}" type="presParOf" srcId="{B8B4A08A-F862-4CFE-A1C8-6D8BDD15FFB9}" destId="{8334396F-09CB-4B36-AE85-84EB2D7AA530}" srcOrd="9" destOrd="0" presId="urn:microsoft.com/office/officeart/2008/layout/VerticalCurvedList"/>
    <dgm:cxn modelId="{2E4549FA-39DE-4418-BEAA-407FF86A8DE4}" type="presParOf" srcId="{B8B4A08A-F862-4CFE-A1C8-6D8BDD15FFB9}" destId="{E66C8AEA-D6B0-43E1-9F16-72DA50CB15D1}" srcOrd="10" destOrd="0" presId="urn:microsoft.com/office/officeart/2008/layout/VerticalCurvedList"/>
    <dgm:cxn modelId="{5C8D88C8-BB13-44E9-993F-4A5B55805C88}" type="presParOf" srcId="{E66C8AEA-D6B0-43E1-9F16-72DA50CB15D1}" destId="{C7B72DF5-AD67-4514-93FD-061DEE513086}" srcOrd="0" destOrd="0" presId="urn:microsoft.com/office/officeart/2008/layout/VerticalCurvedList"/>
    <dgm:cxn modelId="{E92E1E76-6964-474B-8378-F76E56A68E13}" type="presParOf" srcId="{B8B4A08A-F862-4CFE-A1C8-6D8BDD15FFB9}" destId="{22642606-D6CC-4512-B01E-F55FAFD586E0}" srcOrd="11" destOrd="0" presId="urn:microsoft.com/office/officeart/2008/layout/VerticalCurvedList"/>
    <dgm:cxn modelId="{D8AF15D7-73C5-4AA4-A876-22894EC1D693}" type="presParOf" srcId="{B8B4A08A-F862-4CFE-A1C8-6D8BDD15FFB9}" destId="{56434EE7-7099-494F-ABB7-5ED9DB780EB3}" srcOrd="12" destOrd="0" presId="urn:microsoft.com/office/officeart/2008/layout/VerticalCurvedList"/>
    <dgm:cxn modelId="{DBDB4D79-0DC2-41FA-B0DA-C92EF1CCA557}" type="presParOf" srcId="{56434EE7-7099-494F-ABB7-5ED9DB780EB3}" destId="{34C22F22-0FF7-43C8-8980-2D2B558EA68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94B3BF-7765-4C82-AA42-AAC79AEF1BD4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</dgm:pt>
    <dgm:pt modelId="{19DBEB81-185C-4619-9C00-246544923DA3}">
      <dgm:prSet phldrT="[Text]"/>
      <dgm:spPr/>
      <dgm:t>
        <a:bodyPr/>
        <a:lstStyle/>
        <a:p>
          <a:r>
            <a:rPr lang="en-US" dirty="0" smtClean="0"/>
            <a:t>Null Values Treatments</a:t>
          </a:r>
          <a:endParaRPr lang="en-US" dirty="0"/>
        </a:p>
      </dgm:t>
    </dgm:pt>
    <dgm:pt modelId="{B470E5F0-AEBD-43E8-901B-C67B49D54559}" type="parTrans" cxnId="{10D0C21D-0F66-47D1-A0F4-93E7D6EB2ADD}">
      <dgm:prSet/>
      <dgm:spPr/>
      <dgm:t>
        <a:bodyPr/>
        <a:lstStyle/>
        <a:p>
          <a:endParaRPr lang="en-US"/>
        </a:p>
      </dgm:t>
    </dgm:pt>
    <dgm:pt modelId="{E0B93911-C667-46AF-AC78-E2D044B32DD0}" type="sibTrans" cxnId="{10D0C21D-0F66-47D1-A0F4-93E7D6EB2ADD}">
      <dgm:prSet/>
      <dgm:spPr/>
      <dgm:t>
        <a:bodyPr/>
        <a:lstStyle/>
        <a:p>
          <a:endParaRPr lang="en-US"/>
        </a:p>
      </dgm:t>
    </dgm:pt>
    <dgm:pt modelId="{A0E3BF63-AFF9-4139-B1BB-2FD3DDAF2955}">
      <dgm:prSet phldrT="[Text]"/>
      <dgm:spPr/>
      <dgm:t>
        <a:bodyPr/>
        <a:lstStyle/>
        <a:p>
          <a:r>
            <a:rPr lang="en-US" dirty="0" smtClean="0"/>
            <a:t>Data Types </a:t>
          </a:r>
          <a:endParaRPr lang="en-US" dirty="0"/>
        </a:p>
      </dgm:t>
    </dgm:pt>
    <dgm:pt modelId="{9F2B7D46-1313-4EE5-AA4A-5B2290165E53}" type="parTrans" cxnId="{28C4202B-3BA5-4679-B29D-64E3A9303C57}">
      <dgm:prSet/>
      <dgm:spPr/>
      <dgm:t>
        <a:bodyPr/>
        <a:lstStyle/>
        <a:p>
          <a:endParaRPr lang="en-US"/>
        </a:p>
      </dgm:t>
    </dgm:pt>
    <dgm:pt modelId="{3432F96B-E435-45B8-B11D-018CF3AF0252}" type="sibTrans" cxnId="{28C4202B-3BA5-4679-B29D-64E3A9303C57}">
      <dgm:prSet/>
      <dgm:spPr/>
      <dgm:t>
        <a:bodyPr/>
        <a:lstStyle/>
        <a:p>
          <a:endParaRPr lang="en-US"/>
        </a:p>
      </dgm:t>
    </dgm:pt>
    <dgm:pt modelId="{1044036D-4422-4580-8E85-D7040283FE82}">
      <dgm:prSet/>
      <dgm:spPr/>
      <dgm:t>
        <a:bodyPr/>
        <a:lstStyle/>
        <a:p>
          <a:r>
            <a:rPr lang="en-US" dirty="0" smtClean="0"/>
            <a:t>*Check Null Values</a:t>
          </a:r>
          <a:endParaRPr lang="en-US" dirty="0"/>
        </a:p>
      </dgm:t>
    </dgm:pt>
    <dgm:pt modelId="{99401ADC-6781-4746-AB92-BADA7DD33184}" type="parTrans" cxnId="{5D10A0ED-BF9E-4C82-B16F-CBA70A7DC19C}">
      <dgm:prSet/>
      <dgm:spPr/>
      <dgm:t>
        <a:bodyPr/>
        <a:lstStyle/>
        <a:p>
          <a:endParaRPr lang="en-US"/>
        </a:p>
      </dgm:t>
    </dgm:pt>
    <dgm:pt modelId="{80F67F2F-56DA-4D4A-A471-C9B0823E8459}" type="sibTrans" cxnId="{5D10A0ED-BF9E-4C82-B16F-CBA70A7DC19C}">
      <dgm:prSet/>
      <dgm:spPr/>
      <dgm:t>
        <a:bodyPr/>
        <a:lstStyle/>
        <a:p>
          <a:endParaRPr lang="en-US"/>
        </a:p>
      </dgm:t>
    </dgm:pt>
    <dgm:pt modelId="{242E99CC-B7F3-4DE7-9376-A66BB6142462}">
      <dgm:prSet/>
      <dgm:spPr/>
      <dgm:t>
        <a:bodyPr/>
        <a:lstStyle/>
        <a:p>
          <a:r>
            <a:rPr lang="en-US" dirty="0" smtClean="0"/>
            <a:t>*Forward Fill '</a:t>
          </a:r>
          <a:r>
            <a:rPr lang="en-US" dirty="0" err="1" smtClean="0"/>
            <a:t>isbn</a:t>
          </a:r>
          <a:r>
            <a:rPr lang="en-US" dirty="0" smtClean="0"/>
            <a:t>'</a:t>
          </a:r>
          <a:endParaRPr lang="en-US" dirty="0"/>
        </a:p>
      </dgm:t>
    </dgm:pt>
    <dgm:pt modelId="{22519D17-FC6A-449A-A053-1DA5843C5ADB}" type="parTrans" cxnId="{A9A7EBB3-2FE0-4BBE-B981-63A0DB991680}">
      <dgm:prSet/>
      <dgm:spPr/>
      <dgm:t>
        <a:bodyPr/>
        <a:lstStyle/>
        <a:p>
          <a:endParaRPr lang="en-US"/>
        </a:p>
      </dgm:t>
    </dgm:pt>
    <dgm:pt modelId="{73C9B672-F79E-430A-A033-8465ACCD2D99}" type="sibTrans" cxnId="{A9A7EBB3-2FE0-4BBE-B981-63A0DB991680}">
      <dgm:prSet/>
      <dgm:spPr/>
      <dgm:t>
        <a:bodyPr/>
        <a:lstStyle/>
        <a:p>
          <a:endParaRPr lang="en-US"/>
        </a:p>
      </dgm:t>
    </dgm:pt>
    <dgm:pt modelId="{D5745547-CBFA-4215-AD95-01291DF46FFA}">
      <dgm:prSet/>
      <dgm:spPr/>
      <dgm:t>
        <a:bodyPr/>
        <a:lstStyle/>
        <a:p>
          <a:r>
            <a:rPr lang="en-US" dirty="0" smtClean="0"/>
            <a:t>*Forward Fill '</a:t>
          </a:r>
          <a:r>
            <a:rPr lang="en-US" dirty="0" err="1" smtClean="0"/>
            <a:t>original_publication_year</a:t>
          </a:r>
          <a:r>
            <a:rPr lang="en-US" dirty="0" smtClean="0"/>
            <a:t>'</a:t>
          </a:r>
          <a:endParaRPr lang="en-US" dirty="0"/>
        </a:p>
      </dgm:t>
    </dgm:pt>
    <dgm:pt modelId="{65E19FD3-1CFD-4F93-86AE-C48649641908}" type="parTrans" cxnId="{25F4C8FD-0680-49FC-B61B-0FD1233C5622}">
      <dgm:prSet/>
      <dgm:spPr/>
      <dgm:t>
        <a:bodyPr/>
        <a:lstStyle/>
        <a:p>
          <a:endParaRPr lang="en-US"/>
        </a:p>
      </dgm:t>
    </dgm:pt>
    <dgm:pt modelId="{62F50397-45D8-495C-B5C1-D807885B9FAF}" type="sibTrans" cxnId="{25F4C8FD-0680-49FC-B61B-0FD1233C5622}">
      <dgm:prSet/>
      <dgm:spPr/>
      <dgm:t>
        <a:bodyPr/>
        <a:lstStyle/>
        <a:p>
          <a:endParaRPr lang="en-US"/>
        </a:p>
      </dgm:t>
    </dgm:pt>
    <dgm:pt modelId="{1890164B-F8ED-4146-9D1A-3E41EF283425}">
      <dgm:prSet/>
      <dgm:spPr/>
      <dgm:t>
        <a:bodyPr/>
        <a:lstStyle/>
        <a:p>
          <a:r>
            <a:rPr lang="en-US" dirty="0" smtClean="0"/>
            <a:t>*Fill '</a:t>
          </a:r>
          <a:r>
            <a:rPr lang="en-US" dirty="0" err="1" smtClean="0"/>
            <a:t>original_title</a:t>
          </a:r>
          <a:r>
            <a:rPr lang="en-US" dirty="0" smtClean="0"/>
            <a:t>' with 'Unknown'</a:t>
          </a:r>
          <a:endParaRPr lang="en-US" dirty="0"/>
        </a:p>
      </dgm:t>
    </dgm:pt>
    <dgm:pt modelId="{4100EEED-83C4-42DF-9CA5-6B9A8574292B}" type="parTrans" cxnId="{C2CAFF4F-C6A6-4E37-8975-CECEFA3FA43F}">
      <dgm:prSet/>
      <dgm:spPr/>
      <dgm:t>
        <a:bodyPr/>
        <a:lstStyle/>
        <a:p>
          <a:endParaRPr lang="en-US"/>
        </a:p>
      </dgm:t>
    </dgm:pt>
    <dgm:pt modelId="{06D109D7-29D9-4E96-8D29-8D052EC98833}" type="sibTrans" cxnId="{C2CAFF4F-C6A6-4E37-8975-CECEFA3FA43F}">
      <dgm:prSet/>
      <dgm:spPr/>
      <dgm:t>
        <a:bodyPr/>
        <a:lstStyle/>
        <a:p>
          <a:endParaRPr lang="en-US"/>
        </a:p>
      </dgm:t>
    </dgm:pt>
    <dgm:pt modelId="{A8662A19-209D-4B08-A833-4678618D71BE}">
      <dgm:prSet/>
      <dgm:spPr/>
      <dgm:t>
        <a:bodyPr/>
        <a:lstStyle/>
        <a:p>
          <a:r>
            <a:rPr lang="en-US" dirty="0" smtClean="0"/>
            <a:t>*Fill '</a:t>
          </a:r>
          <a:r>
            <a:rPr lang="en-US" dirty="0" err="1" smtClean="0"/>
            <a:t>language_code</a:t>
          </a:r>
          <a:r>
            <a:rPr lang="en-US" dirty="0" smtClean="0"/>
            <a:t>' with 'XXX'</a:t>
          </a:r>
          <a:endParaRPr lang="en-US" dirty="0"/>
        </a:p>
      </dgm:t>
    </dgm:pt>
    <dgm:pt modelId="{B9141277-5A42-4896-93BA-AFEEF84DD1D0}" type="parTrans" cxnId="{FD62B2B0-C294-489D-95EE-CAF4F178ABE1}">
      <dgm:prSet/>
      <dgm:spPr/>
      <dgm:t>
        <a:bodyPr/>
        <a:lstStyle/>
        <a:p>
          <a:endParaRPr lang="en-US"/>
        </a:p>
      </dgm:t>
    </dgm:pt>
    <dgm:pt modelId="{D286CE6D-D4D6-4A66-B941-D809905A7DDE}" type="sibTrans" cxnId="{FD62B2B0-C294-489D-95EE-CAF4F178ABE1}">
      <dgm:prSet/>
      <dgm:spPr/>
      <dgm:t>
        <a:bodyPr/>
        <a:lstStyle/>
        <a:p>
          <a:endParaRPr lang="en-US"/>
        </a:p>
      </dgm:t>
    </dgm:pt>
    <dgm:pt modelId="{6384F38A-3F5D-42A3-87BE-3A6064955BF2}">
      <dgm:prSet/>
      <dgm:spPr/>
      <dgm:t>
        <a:bodyPr/>
        <a:lstStyle/>
        <a:p>
          <a:r>
            <a:rPr lang="en-US" dirty="0" smtClean="0"/>
            <a:t>-Check Data Types</a:t>
          </a:r>
          <a:endParaRPr lang="en-US" dirty="0"/>
        </a:p>
      </dgm:t>
    </dgm:pt>
    <dgm:pt modelId="{A2D09795-5043-4CA2-8D95-760F72B77509}" type="parTrans" cxnId="{527CC2D7-EAD9-4321-BB72-5927CAF9479C}">
      <dgm:prSet/>
      <dgm:spPr/>
      <dgm:t>
        <a:bodyPr/>
        <a:lstStyle/>
        <a:p>
          <a:endParaRPr lang="en-US"/>
        </a:p>
      </dgm:t>
    </dgm:pt>
    <dgm:pt modelId="{DEA57933-9220-4053-ACB1-3FEC53D5F83C}" type="sibTrans" cxnId="{527CC2D7-EAD9-4321-BB72-5927CAF9479C}">
      <dgm:prSet/>
      <dgm:spPr/>
      <dgm:t>
        <a:bodyPr/>
        <a:lstStyle/>
        <a:p>
          <a:endParaRPr lang="en-US"/>
        </a:p>
      </dgm:t>
    </dgm:pt>
    <dgm:pt modelId="{CAFC3BB1-ECEF-41F3-94BF-4186E856AB4E}">
      <dgm:prSet/>
      <dgm:spPr/>
      <dgm:t>
        <a:bodyPr/>
        <a:lstStyle/>
        <a:p>
          <a:r>
            <a:rPr lang="en-US" dirty="0" smtClean="0"/>
            <a:t>-Display Descriptive Statistics</a:t>
          </a:r>
          <a:endParaRPr lang="en-US" dirty="0"/>
        </a:p>
      </dgm:t>
    </dgm:pt>
    <dgm:pt modelId="{2A96842B-A716-4030-9B45-D7045B98088B}" type="parTrans" cxnId="{C53FBC18-BA0C-40D3-97E1-C8D2483F9D94}">
      <dgm:prSet/>
      <dgm:spPr/>
      <dgm:t>
        <a:bodyPr/>
        <a:lstStyle/>
        <a:p>
          <a:endParaRPr lang="en-US"/>
        </a:p>
      </dgm:t>
    </dgm:pt>
    <dgm:pt modelId="{326D06F0-E6DB-44E5-9C0B-21FDD76CCC6C}" type="sibTrans" cxnId="{C53FBC18-BA0C-40D3-97E1-C8D2483F9D94}">
      <dgm:prSet/>
      <dgm:spPr/>
      <dgm:t>
        <a:bodyPr/>
        <a:lstStyle/>
        <a:p>
          <a:endParaRPr lang="en-US"/>
        </a:p>
      </dgm:t>
    </dgm:pt>
    <dgm:pt modelId="{0C04BAC8-C827-4F5C-95D4-079A223C6F49}" type="pres">
      <dgm:prSet presAssocID="{2294B3BF-7765-4C82-AA42-AAC79AEF1BD4}" presName="Name0" presStyleCnt="0">
        <dgm:presLayoutVars>
          <dgm:dir/>
          <dgm:animLvl val="lvl"/>
          <dgm:resizeHandles val="exact"/>
        </dgm:presLayoutVars>
      </dgm:prSet>
      <dgm:spPr/>
    </dgm:pt>
    <dgm:pt modelId="{B1B707B3-17EA-4A67-90A8-AC9BDEB025CA}" type="pres">
      <dgm:prSet presAssocID="{19DBEB81-185C-4619-9C00-246544923DA3}" presName="compositeNode" presStyleCnt="0">
        <dgm:presLayoutVars>
          <dgm:bulletEnabled val="1"/>
        </dgm:presLayoutVars>
      </dgm:prSet>
      <dgm:spPr/>
    </dgm:pt>
    <dgm:pt modelId="{D6E62662-9CEE-4E21-94CF-7B9B20EC4912}" type="pres">
      <dgm:prSet presAssocID="{19DBEB81-185C-4619-9C00-246544923DA3}" presName="bgRect" presStyleLbl="node1" presStyleIdx="0" presStyleCnt="2" custLinFactX="3923" custLinFactNeighborX="100000" custLinFactNeighborY="-4265"/>
      <dgm:spPr/>
    </dgm:pt>
    <dgm:pt modelId="{D6442A48-ECB4-4445-892C-0611C9EA9CDF}" type="pres">
      <dgm:prSet presAssocID="{19DBEB81-185C-4619-9C00-246544923DA3}" presName="parentNode" presStyleLbl="node1" presStyleIdx="0" presStyleCnt="2">
        <dgm:presLayoutVars>
          <dgm:chMax val="0"/>
          <dgm:bulletEnabled val="1"/>
        </dgm:presLayoutVars>
      </dgm:prSet>
      <dgm:spPr/>
    </dgm:pt>
    <dgm:pt modelId="{EE6AD7F8-C7F1-47F9-A822-0ABFBE0B230F}" type="pres">
      <dgm:prSet presAssocID="{19DBEB81-185C-4619-9C00-246544923DA3}" presName="childNode" presStyleLbl="node1" presStyleIdx="0" presStyleCnt="2">
        <dgm:presLayoutVars>
          <dgm:bulletEnabled val="1"/>
        </dgm:presLayoutVars>
      </dgm:prSet>
      <dgm:spPr/>
    </dgm:pt>
    <dgm:pt modelId="{364324F8-1C3E-4771-9938-F49AA310CCFE}" type="pres">
      <dgm:prSet presAssocID="{E0B93911-C667-46AF-AC78-E2D044B32DD0}" presName="hSp" presStyleCnt="0"/>
      <dgm:spPr/>
    </dgm:pt>
    <dgm:pt modelId="{CC865001-2080-40E8-9E0D-D4B690AA751C}" type="pres">
      <dgm:prSet presAssocID="{E0B93911-C667-46AF-AC78-E2D044B32DD0}" presName="vProcSp" presStyleCnt="0"/>
      <dgm:spPr/>
    </dgm:pt>
    <dgm:pt modelId="{7B70839E-5C82-4507-BF1D-D61BC20135CC}" type="pres">
      <dgm:prSet presAssocID="{E0B93911-C667-46AF-AC78-E2D044B32DD0}" presName="vSp1" presStyleCnt="0"/>
      <dgm:spPr/>
    </dgm:pt>
    <dgm:pt modelId="{0B6C3599-B01E-447D-BD80-99A67F18B8BA}" type="pres">
      <dgm:prSet presAssocID="{E0B93911-C667-46AF-AC78-E2D044B32DD0}" presName="simulatedConn" presStyleLbl="solidFgAcc1" presStyleIdx="0" presStyleCnt="1"/>
      <dgm:spPr/>
    </dgm:pt>
    <dgm:pt modelId="{EEBC074A-2521-4A13-BD51-4B76EFDA9347}" type="pres">
      <dgm:prSet presAssocID="{E0B93911-C667-46AF-AC78-E2D044B32DD0}" presName="vSp2" presStyleCnt="0"/>
      <dgm:spPr/>
    </dgm:pt>
    <dgm:pt modelId="{156AAD61-30A3-4F98-9802-707F670171D9}" type="pres">
      <dgm:prSet presAssocID="{E0B93911-C667-46AF-AC78-E2D044B32DD0}" presName="sibTrans" presStyleCnt="0"/>
      <dgm:spPr/>
    </dgm:pt>
    <dgm:pt modelId="{46FDB874-26C2-4AAB-9B7C-57EF2239742B}" type="pres">
      <dgm:prSet presAssocID="{A0E3BF63-AFF9-4139-B1BB-2FD3DDAF2955}" presName="compositeNode" presStyleCnt="0">
        <dgm:presLayoutVars>
          <dgm:bulletEnabled val="1"/>
        </dgm:presLayoutVars>
      </dgm:prSet>
      <dgm:spPr/>
    </dgm:pt>
    <dgm:pt modelId="{38D62D66-5825-4D23-A2BB-C1A5B1BF86F9}" type="pres">
      <dgm:prSet presAssocID="{A0E3BF63-AFF9-4139-B1BB-2FD3DDAF2955}" presName="bgRect" presStyleLbl="node1" presStyleIdx="1" presStyleCnt="2" custLinFactX="-11009" custLinFactNeighborX="-100000" custLinFactNeighborY="-5249"/>
      <dgm:spPr/>
    </dgm:pt>
    <dgm:pt modelId="{EE1E3787-78F8-4F42-913D-55AA6EFEBE07}" type="pres">
      <dgm:prSet presAssocID="{A0E3BF63-AFF9-4139-B1BB-2FD3DDAF2955}" presName="parentNode" presStyleLbl="node1" presStyleIdx="1" presStyleCnt="2">
        <dgm:presLayoutVars>
          <dgm:chMax val="0"/>
          <dgm:bulletEnabled val="1"/>
        </dgm:presLayoutVars>
      </dgm:prSet>
      <dgm:spPr/>
    </dgm:pt>
    <dgm:pt modelId="{F15893AD-201E-4D4A-B31A-89B636ADB410}" type="pres">
      <dgm:prSet presAssocID="{A0E3BF63-AFF9-4139-B1BB-2FD3DDAF2955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E4470A6D-2E3E-463B-85BE-2CBB66EAF3C3}" type="presOf" srcId="{242E99CC-B7F3-4DE7-9376-A66BB6142462}" destId="{EE6AD7F8-C7F1-47F9-A822-0ABFBE0B230F}" srcOrd="0" destOrd="1" presId="urn:microsoft.com/office/officeart/2005/8/layout/hProcess7"/>
    <dgm:cxn modelId="{FD62B2B0-C294-489D-95EE-CAF4F178ABE1}" srcId="{19DBEB81-185C-4619-9C00-246544923DA3}" destId="{A8662A19-209D-4B08-A833-4678618D71BE}" srcOrd="4" destOrd="0" parTransId="{B9141277-5A42-4896-93BA-AFEEF84DD1D0}" sibTransId="{D286CE6D-D4D6-4A66-B941-D809905A7DDE}"/>
    <dgm:cxn modelId="{542F59C5-EB1A-4A07-9668-D88B94A6C79E}" type="presOf" srcId="{A8662A19-209D-4B08-A833-4678618D71BE}" destId="{EE6AD7F8-C7F1-47F9-A822-0ABFBE0B230F}" srcOrd="0" destOrd="4" presId="urn:microsoft.com/office/officeart/2005/8/layout/hProcess7"/>
    <dgm:cxn modelId="{BA9B3BE6-F3C9-44E9-9D0E-6BF321CDB27A}" type="presOf" srcId="{19DBEB81-185C-4619-9C00-246544923DA3}" destId="{D6E62662-9CEE-4E21-94CF-7B9B20EC4912}" srcOrd="0" destOrd="0" presId="urn:microsoft.com/office/officeart/2005/8/layout/hProcess7"/>
    <dgm:cxn modelId="{527CC2D7-EAD9-4321-BB72-5927CAF9479C}" srcId="{A0E3BF63-AFF9-4139-B1BB-2FD3DDAF2955}" destId="{6384F38A-3F5D-42A3-87BE-3A6064955BF2}" srcOrd="0" destOrd="0" parTransId="{A2D09795-5043-4CA2-8D95-760F72B77509}" sibTransId="{DEA57933-9220-4053-ACB1-3FEC53D5F83C}"/>
    <dgm:cxn modelId="{A397EC08-8FBE-44F6-9A81-96C77CBC07E5}" type="presOf" srcId="{6384F38A-3F5D-42A3-87BE-3A6064955BF2}" destId="{F15893AD-201E-4D4A-B31A-89B636ADB410}" srcOrd="0" destOrd="0" presId="urn:microsoft.com/office/officeart/2005/8/layout/hProcess7"/>
    <dgm:cxn modelId="{580C257E-5913-4175-B3B9-7C37CDEDC63C}" type="presOf" srcId="{19DBEB81-185C-4619-9C00-246544923DA3}" destId="{D6442A48-ECB4-4445-892C-0611C9EA9CDF}" srcOrd="1" destOrd="0" presId="urn:microsoft.com/office/officeart/2005/8/layout/hProcess7"/>
    <dgm:cxn modelId="{83B60F7A-376F-4BEE-A385-26F74E9B86D0}" type="presOf" srcId="{1890164B-F8ED-4146-9D1A-3E41EF283425}" destId="{EE6AD7F8-C7F1-47F9-A822-0ABFBE0B230F}" srcOrd="0" destOrd="3" presId="urn:microsoft.com/office/officeart/2005/8/layout/hProcess7"/>
    <dgm:cxn modelId="{48BA80E1-824A-49E2-AAC1-6E624D7DC3EE}" type="presOf" srcId="{CAFC3BB1-ECEF-41F3-94BF-4186E856AB4E}" destId="{F15893AD-201E-4D4A-B31A-89B636ADB410}" srcOrd="0" destOrd="1" presId="urn:microsoft.com/office/officeart/2005/8/layout/hProcess7"/>
    <dgm:cxn modelId="{5D10A0ED-BF9E-4C82-B16F-CBA70A7DC19C}" srcId="{19DBEB81-185C-4619-9C00-246544923DA3}" destId="{1044036D-4422-4580-8E85-D7040283FE82}" srcOrd="0" destOrd="0" parTransId="{99401ADC-6781-4746-AB92-BADA7DD33184}" sibTransId="{80F67F2F-56DA-4D4A-A471-C9B0823E8459}"/>
    <dgm:cxn modelId="{25F4C8FD-0680-49FC-B61B-0FD1233C5622}" srcId="{19DBEB81-185C-4619-9C00-246544923DA3}" destId="{D5745547-CBFA-4215-AD95-01291DF46FFA}" srcOrd="2" destOrd="0" parTransId="{65E19FD3-1CFD-4F93-86AE-C48649641908}" sibTransId="{62F50397-45D8-495C-B5C1-D807885B9FAF}"/>
    <dgm:cxn modelId="{4422A61C-C4C9-4B06-95AD-57C7D3372582}" type="presOf" srcId="{D5745547-CBFA-4215-AD95-01291DF46FFA}" destId="{EE6AD7F8-C7F1-47F9-A822-0ABFBE0B230F}" srcOrd="0" destOrd="2" presId="urn:microsoft.com/office/officeart/2005/8/layout/hProcess7"/>
    <dgm:cxn modelId="{02EF26CD-B59B-41EE-A306-731E4D741E37}" type="presOf" srcId="{A0E3BF63-AFF9-4139-B1BB-2FD3DDAF2955}" destId="{EE1E3787-78F8-4F42-913D-55AA6EFEBE07}" srcOrd="1" destOrd="0" presId="urn:microsoft.com/office/officeart/2005/8/layout/hProcess7"/>
    <dgm:cxn modelId="{C53FBC18-BA0C-40D3-97E1-C8D2483F9D94}" srcId="{A0E3BF63-AFF9-4139-B1BB-2FD3DDAF2955}" destId="{CAFC3BB1-ECEF-41F3-94BF-4186E856AB4E}" srcOrd="1" destOrd="0" parTransId="{2A96842B-A716-4030-9B45-D7045B98088B}" sibTransId="{326D06F0-E6DB-44E5-9C0B-21FDD76CCC6C}"/>
    <dgm:cxn modelId="{B51BFCF7-A41C-478D-B094-7CB8ABF42758}" type="presOf" srcId="{1044036D-4422-4580-8E85-D7040283FE82}" destId="{EE6AD7F8-C7F1-47F9-A822-0ABFBE0B230F}" srcOrd="0" destOrd="0" presId="urn:microsoft.com/office/officeart/2005/8/layout/hProcess7"/>
    <dgm:cxn modelId="{28C4202B-3BA5-4679-B29D-64E3A9303C57}" srcId="{2294B3BF-7765-4C82-AA42-AAC79AEF1BD4}" destId="{A0E3BF63-AFF9-4139-B1BB-2FD3DDAF2955}" srcOrd="1" destOrd="0" parTransId="{9F2B7D46-1313-4EE5-AA4A-5B2290165E53}" sibTransId="{3432F96B-E435-45B8-B11D-018CF3AF0252}"/>
    <dgm:cxn modelId="{559B7CA1-F4DA-4525-810D-1B47AA668DA6}" type="presOf" srcId="{2294B3BF-7765-4C82-AA42-AAC79AEF1BD4}" destId="{0C04BAC8-C827-4F5C-95D4-079A223C6F49}" srcOrd="0" destOrd="0" presId="urn:microsoft.com/office/officeart/2005/8/layout/hProcess7"/>
    <dgm:cxn modelId="{A9A7EBB3-2FE0-4BBE-B981-63A0DB991680}" srcId="{19DBEB81-185C-4619-9C00-246544923DA3}" destId="{242E99CC-B7F3-4DE7-9376-A66BB6142462}" srcOrd="1" destOrd="0" parTransId="{22519D17-FC6A-449A-A053-1DA5843C5ADB}" sibTransId="{73C9B672-F79E-430A-A033-8465ACCD2D99}"/>
    <dgm:cxn modelId="{886DD5F8-F09B-4D32-858F-5505D179000B}" type="presOf" srcId="{A0E3BF63-AFF9-4139-B1BB-2FD3DDAF2955}" destId="{38D62D66-5825-4D23-A2BB-C1A5B1BF86F9}" srcOrd="0" destOrd="0" presId="urn:microsoft.com/office/officeart/2005/8/layout/hProcess7"/>
    <dgm:cxn modelId="{10D0C21D-0F66-47D1-A0F4-93E7D6EB2ADD}" srcId="{2294B3BF-7765-4C82-AA42-AAC79AEF1BD4}" destId="{19DBEB81-185C-4619-9C00-246544923DA3}" srcOrd="0" destOrd="0" parTransId="{B470E5F0-AEBD-43E8-901B-C67B49D54559}" sibTransId="{E0B93911-C667-46AF-AC78-E2D044B32DD0}"/>
    <dgm:cxn modelId="{C2CAFF4F-C6A6-4E37-8975-CECEFA3FA43F}" srcId="{19DBEB81-185C-4619-9C00-246544923DA3}" destId="{1890164B-F8ED-4146-9D1A-3E41EF283425}" srcOrd="3" destOrd="0" parTransId="{4100EEED-83C4-42DF-9CA5-6B9A8574292B}" sibTransId="{06D109D7-29D9-4E96-8D29-8D052EC98833}"/>
    <dgm:cxn modelId="{B083BB64-4C36-48A7-9099-4E3619D51CD3}" type="presParOf" srcId="{0C04BAC8-C827-4F5C-95D4-079A223C6F49}" destId="{B1B707B3-17EA-4A67-90A8-AC9BDEB025CA}" srcOrd="0" destOrd="0" presId="urn:microsoft.com/office/officeart/2005/8/layout/hProcess7"/>
    <dgm:cxn modelId="{9614E17A-BC08-46D7-9F05-1042E9A0552B}" type="presParOf" srcId="{B1B707B3-17EA-4A67-90A8-AC9BDEB025CA}" destId="{D6E62662-9CEE-4E21-94CF-7B9B20EC4912}" srcOrd="0" destOrd="0" presId="urn:microsoft.com/office/officeart/2005/8/layout/hProcess7"/>
    <dgm:cxn modelId="{01D12BA2-DCD0-4681-884A-83136052F4EB}" type="presParOf" srcId="{B1B707B3-17EA-4A67-90A8-AC9BDEB025CA}" destId="{D6442A48-ECB4-4445-892C-0611C9EA9CDF}" srcOrd="1" destOrd="0" presId="urn:microsoft.com/office/officeart/2005/8/layout/hProcess7"/>
    <dgm:cxn modelId="{50DB9ADB-4209-4693-98FC-B1DF0B8B03F2}" type="presParOf" srcId="{B1B707B3-17EA-4A67-90A8-AC9BDEB025CA}" destId="{EE6AD7F8-C7F1-47F9-A822-0ABFBE0B230F}" srcOrd="2" destOrd="0" presId="urn:microsoft.com/office/officeart/2005/8/layout/hProcess7"/>
    <dgm:cxn modelId="{14DAB5A4-25E3-4640-9343-9AD342F046E4}" type="presParOf" srcId="{0C04BAC8-C827-4F5C-95D4-079A223C6F49}" destId="{364324F8-1C3E-4771-9938-F49AA310CCFE}" srcOrd="1" destOrd="0" presId="urn:microsoft.com/office/officeart/2005/8/layout/hProcess7"/>
    <dgm:cxn modelId="{9C52D31C-E461-47FA-AB7E-A4C182701627}" type="presParOf" srcId="{0C04BAC8-C827-4F5C-95D4-079A223C6F49}" destId="{CC865001-2080-40E8-9E0D-D4B690AA751C}" srcOrd="2" destOrd="0" presId="urn:microsoft.com/office/officeart/2005/8/layout/hProcess7"/>
    <dgm:cxn modelId="{D09D4FD9-CE81-4B9C-9CD8-C4E5D64E2B13}" type="presParOf" srcId="{CC865001-2080-40E8-9E0D-D4B690AA751C}" destId="{7B70839E-5C82-4507-BF1D-D61BC20135CC}" srcOrd="0" destOrd="0" presId="urn:microsoft.com/office/officeart/2005/8/layout/hProcess7"/>
    <dgm:cxn modelId="{8FD37367-2524-43CB-BF31-46F6D6064CDE}" type="presParOf" srcId="{CC865001-2080-40E8-9E0D-D4B690AA751C}" destId="{0B6C3599-B01E-447D-BD80-99A67F18B8BA}" srcOrd="1" destOrd="0" presId="urn:microsoft.com/office/officeart/2005/8/layout/hProcess7"/>
    <dgm:cxn modelId="{B5F2429D-8713-4ED7-BB81-12FC16E15EC2}" type="presParOf" srcId="{CC865001-2080-40E8-9E0D-D4B690AA751C}" destId="{EEBC074A-2521-4A13-BD51-4B76EFDA9347}" srcOrd="2" destOrd="0" presId="urn:microsoft.com/office/officeart/2005/8/layout/hProcess7"/>
    <dgm:cxn modelId="{B3F68CAF-62F9-4DB2-89FB-43CFD486BB11}" type="presParOf" srcId="{0C04BAC8-C827-4F5C-95D4-079A223C6F49}" destId="{156AAD61-30A3-4F98-9802-707F670171D9}" srcOrd="3" destOrd="0" presId="urn:microsoft.com/office/officeart/2005/8/layout/hProcess7"/>
    <dgm:cxn modelId="{CE71CEB7-3FFD-489A-956F-F0151C8DE66B}" type="presParOf" srcId="{0C04BAC8-C827-4F5C-95D4-079A223C6F49}" destId="{46FDB874-26C2-4AAB-9B7C-57EF2239742B}" srcOrd="4" destOrd="0" presId="urn:microsoft.com/office/officeart/2005/8/layout/hProcess7"/>
    <dgm:cxn modelId="{0C509C11-34D6-468F-A177-4F994528C17C}" type="presParOf" srcId="{46FDB874-26C2-4AAB-9B7C-57EF2239742B}" destId="{38D62D66-5825-4D23-A2BB-C1A5B1BF86F9}" srcOrd="0" destOrd="0" presId="urn:microsoft.com/office/officeart/2005/8/layout/hProcess7"/>
    <dgm:cxn modelId="{D73E6F88-90A6-486C-B694-B3B5E6A1C3C7}" type="presParOf" srcId="{46FDB874-26C2-4AAB-9B7C-57EF2239742B}" destId="{EE1E3787-78F8-4F42-913D-55AA6EFEBE07}" srcOrd="1" destOrd="0" presId="urn:microsoft.com/office/officeart/2005/8/layout/hProcess7"/>
    <dgm:cxn modelId="{FABF611F-515F-442C-A402-6B036E5122BC}" type="presParOf" srcId="{46FDB874-26C2-4AAB-9B7C-57EF2239742B}" destId="{F15893AD-201E-4D4A-B31A-89B636ADB410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43CE0E-9B7C-4C7D-89C5-DD58879F70B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40ED9D-B524-4984-92AB-4DA4B3636B6C}">
      <dgm:prSet phldrT="[Text]"/>
      <dgm:spPr/>
      <dgm:t>
        <a:bodyPr/>
        <a:lstStyle/>
        <a:p>
          <a:r>
            <a:rPr lang="en-US" dirty="0" smtClean="0"/>
            <a:t>Hybrid Recommendation</a:t>
          </a:r>
          <a:endParaRPr lang="en-US" dirty="0"/>
        </a:p>
      </dgm:t>
    </dgm:pt>
    <dgm:pt modelId="{AF995ADA-A9F7-411B-A599-82C2D422D33D}" type="parTrans" cxnId="{5CBF9B94-89E1-47E1-BBE3-F9FD56A7FA86}">
      <dgm:prSet/>
      <dgm:spPr/>
      <dgm:t>
        <a:bodyPr/>
        <a:lstStyle/>
        <a:p>
          <a:endParaRPr lang="en-US"/>
        </a:p>
      </dgm:t>
    </dgm:pt>
    <dgm:pt modelId="{91F7D259-6F9D-48CB-B3CD-B5BD71D51872}" type="sibTrans" cxnId="{5CBF9B94-89E1-47E1-BBE3-F9FD56A7FA86}">
      <dgm:prSet/>
      <dgm:spPr/>
      <dgm:t>
        <a:bodyPr/>
        <a:lstStyle/>
        <a:p>
          <a:endParaRPr lang="en-US"/>
        </a:p>
      </dgm:t>
    </dgm:pt>
    <dgm:pt modelId="{7D19AC77-BD4B-463E-8157-BA17DBAAF685}">
      <dgm:prSet phldrT="[Text]"/>
      <dgm:spPr/>
      <dgm:t>
        <a:bodyPr/>
        <a:lstStyle/>
        <a:p>
          <a:r>
            <a:rPr lang="en-US" dirty="0" smtClean="0"/>
            <a:t>Content-Based</a:t>
          </a:r>
          <a:endParaRPr lang="en-US" dirty="0"/>
        </a:p>
      </dgm:t>
    </dgm:pt>
    <dgm:pt modelId="{92A7B9E6-F1CE-4716-B15A-59B887E98331}" type="parTrans" cxnId="{A3AF1CBB-AEB1-4E97-B754-F1B0AF6EF114}">
      <dgm:prSet/>
      <dgm:spPr/>
      <dgm:t>
        <a:bodyPr/>
        <a:lstStyle/>
        <a:p>
          <a:endParaRPr lang="en-US"/>
        </a:p>
      </dgm:t>
    </dgm:pt>
    <dgm:pt modelId="{FFF909B4-D9C0-4353-860B-BE92F1B368FD}" type="sibTrans" cxnId="{A3AF1CBB-AEB1-4E97-B754-F1B0AF6EF114}">
      <dgm:prSet/>
      <dgm:spPr/>
      <dgm:t>
        <a:bodyPr/>
        <a:lstStyle/>
        <a:p>
          <a:endParaRPr lang="en-US"/>
        </a:p>
      </dgm:t>
    </dgm:pt>
    <dgm:pt modelId="{8E659EC7-F728-4A21-A523-4A98E2798D34}">
      <dgm:prSet phldrT="[Text]"/>
      <dgm:spPr/>
      <dgm:t>
        <a:bodyPr/>
        <a:lstStyle/>
        <a:p>
          <a:r>
            <a:rPr lang="en-US" dirty="0" smtClean="0"/>
            <a:t>Collaborative Filtering</a:t>
          </a:r>
          <a:endParaRPr lang="en-US" dirty="0"/>
        </a:p>
      </dgm:t>
    </dgm:pt>
    <dgm:pt modelId="{14C17569-BD9B-4791-BC6E-56A61CF6D63A}" type="parTrans" cxnId="{6194D4B7-01A6-4BBA-B7EA-9B643D52B139}">
      <dgm:prSet/>
      <dgm:spPr/>
      <dgm:t>
        <a:bodyPr/>
        <a:lstStyle/>
        <a:p>
          <a:endParaRPr lang="en-US"/>
        </a:p>
      </dgm:t>
    </dgm:pt>
    <dgm:pt modelId="{3A59A957-4DA3-4AD2-B9CE-B1E5D4A5EDD2}" type="sibTrans" cxnId="{6194D4B7-01A6-4BBA-B7EA-9B643D52B139}">
      <dgm:prSet/>
      <dgm:spPr/>
      <dgm:t>
        <a:bodyPr/>
        <a:lstStyle/>
        <a:p>
          <a:endParaRPr lang="en-US"/>
        </a:p>
      </dgm:t>
    </dgm:pt>
    <dgm:pt modelId="{33C9E48E-32F3-430C-AC94-CF69312591E9}" type="pres">
      <dgm:prSet presAssocID="{F443CE0E-9B7C-4C7D-89C5-DD58879F70B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9A8C76C-DA62-4503-8312-0D49C8C85AAE}" type="pres">
      <dgm:prSet presAssocID="{6140ED9D-B524-4984-92AB-4DA4B3636B6C}" presName="hierRoot1" presStyleCnt="0">
        <dgm:presLayoutVars>
          <dgm:hierBranch val="init"/>
        </dgm:presLayoutVars>
      </dgm:prSet>
      <dgm:spPr/>
    </dgm:pt>
    <dgm:pt modelId="{6F44B0A7-570F-4024-B2E5-C18120A108CC}" type="pres">
      <dgm:prSet presAssocID="{6140ED9D-B524-4984-92AB-4DA4B3636B6C}" presName="rootComposite1" presStyleCnt="0"/>
      <dgm:spPr/>
    </dgm:pt>
    <dgm:pt modelId="{D70EFFE5-73F0-4DE4-BFB1-CD00E37CC357}" type="pres">
      <dgm:prSet presAssocID="{6140ED9D-B524-4984-92AB-4DA4B3636B6C}" presName="rootText1" presStyleLbl="node0" presStyleIdx="0" presStyleCnt="1">
        <dgm:presLayoutVars>
          <dgm:chPref val="3"/>
        </dgm:presLayoutVars>
      </dgm:prSet>
      <dgm:spPr/>
    </dgm:pt>
    <dgm:pt modelId="{5D67CCDB-2970-4566-B7FD-327D8CFE9836}" type="pres">
      <dgm:prSet presAssocID="{6140ED9D-B524-4984-92AB-4DA4B3636B6C}" presName="rootConnector1" presStyleLbl="node1" presStyleIdx="0" presStyleCnt="0"/>
      <dgm:spPr/>
    </dgm:pt>
    <dgm:pt modelId="{ADAFA12B-CE3B-4BDD-80C5-8F75613EA637}" type="pres">
      <dgm:prSet presAssocID="{6140ED9D-B524-4984-92AB-4DA4B3636B6C}" presName="hierChild2" presStyleCnt="0"/>
      <dgm:spPr/>
    </dgm:pt>
    <dgm:pt modelId="{884B6BBC-EE9A-488E-B287-D9625C279F91}" type="pres">
      <dgm:prSet presAssocID="{92A7B9E6-F1CE-4716-B15A-59B887E98331}" presName="Name37" presStyleLbl="parChTrans1D2" presStyleIdx="0" presStyleCnt="2"/>
      <dgm:spPr/>
    </dgm:pt>
    <dgm:pt modelId="{2574E129-44CD-452E-8273-E14AC30F3B68}" type="pres">
      <dgm:prSet presAssocID="{7D19AC77-BD4B-463E-8157-BA17DBAAF685}" presName="hierRoot2" presStyleCnt="0">
        <dgm:presLayoutVars>
          <dgm:hierBranch val="init"/>
        </dgm:presLayoutVars>
      </dgm:prSet>
      <dgm:spPr/>
    </dgm:pt>
    <dgm:pt modelId="{2336D1DB-5397-43E0-9166-9578F405CBAA}" type="pres">
      <dgm:prSet presAssocID="{7D19AC77-BD4B-463E-8157-BA17DBAAF685}" presName="rootComposite" presStyleCnt="0"/>
      <dgm:spPr/>
    </dgm:pt>
    <dgm:pt modelId="{E4F06F31-0DE0-47D0-BCD2-A98E0CC461F9}" type="pres">
      <dgm:prSet presAssocID="{7D19AC77-BD4B-463E-8157-BA17DBAAF685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31AF081-F7D8-44A2-856A-581330E560A9}" type="pres">
      <dgm:prSet presAssocID="{7D19AC77-BD4B-463E-8157-BA17DBAAF685}" presName="rootConnector" presStyleLbl="node2" presStyleIdx="0" presStyleCnt="2"/>
      <dgm:spPr/>
    </dgm:pt>
    <dgm:pt modelId="{270515C4-5FE8-4E1E-B11C-3814B8A85700}" type="pres">
      <dgm:prSet presAssocID="{7D19AC77-BD4B-463E-8157-BA17DBAAF685}" presName="hierChild4" presStyleCnt="0"/>
      <dgm:spPr/>
    </dgm:pt>
    <dgm:pt modelId="{E34FEB75-C522-404A-9AB1-1780D14E45B8}" type="pres">
      <dgm:prSet presAssocID="{7D19AC77-BD4B-463E-8157-BA17DBAAF685}" presName="hierChild5" presStyleCnt="0"/>
      <dgm:spPr/>
    </dgm:pt>
    <dgm:pt modelId="{35A361EC-5DE8-4D38-8D96-072192B62109}" type="pres">
      <dgm:prSet presAssocID="{14C17569-BD9B-4791-BC6E-56A61CF6D63A}" presName="Name37" presStyleLbl="parChTrans1D2" presStyleIdx="1" presStyleCnt="2"/>
      <dgm:spPr/>
    </dgm:pt>
    <dgm:pt modelId="{0AE76F67-35A4-4E14-B387-1ECEC909E9ED}" type="pres">
      <dgm:prSet presAssocID="{8E659EC7-F728-4A21-A523-4A98E2798D34}" presName="hierRoot2" presStyleCnt="0">
        <dgm:presLayoutVars>
          <dgm:hierBranch val="init"/>
        </dgm:presLayoutVars>
      </dgm:prSet>
      <dgm:spPr/>
    </dgm:pt>
    <dgm:pt modelId="{8FE56388-D271-4149-8107-95BAA7039CDD}" type="pres">
      <dgm:prSet presAssocID="{8E659EC7-F728-4A21-A523-4A98E2798D34}" presName="rootComposite" presStyleCnt="0"/>
      <dgm:spPr/>
    </dgm:pt>
    <dgm:pt modelId="{50E29DA3-3018-4C6A-9E7D-702994DEDB12}" type="pres">
      <dgm:prSet presAssocID="{8E659EC7-F728-4A21-A523-4A98E2798D34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495C69-EEF3-455D-B9D9-98764A36E3FA}" type="pres">
      <dgm:prSet presAssocID="{8E659EC7-F728-4A21-A523-4A98E2798D34}" presName="rootConnector" presStyleLbl="node2" presStyleIdx="1" presStyleCnt="2"/>
      <dgm:spPr/>
    </dgm:pt>
    <dgm:pt modelId="{E2F540E2-9F33-47A5-85C0-A4E63397DA5E}" type="pres">
      <dgm:prSet presAssocID="{8E659EC7-F728-4A21-A523-4A98E2798D34}" presName="hierChild4" presStyleCnt="0"/>
      <dgm:spPr/>
    </dgm:pt>
    <dgm:pt modelId="{876ECBCA-1912-4F4F-A2E2-DFCFC43C5AD9}" type="pres">
      <dgm:prSet presAssocID="{8E659EC7-F728-4A21-A523-4A98E2798D34}" presName="hierChild5" presStyleCnt="0"/>
      <dgm:spPr/>
    </dgm:pt>
    <dgm:pt modelId="{BEAC1133-CBA9-4CBC-9F64-4FBB5529A39E}" type="pres">
      <dgm:prSet presAssocID="{6140ED9D-B524-4984-92AB-4DA4B3636B6C}" presName="hierChild3" presStyleCnt="0"/>
      <dgm:spPr/>
    </dgm:pt>
  </dgm:ptLst>
  <dgm:cxnLst>
    <dgm:cxn modelId="{6194D4B7-01A6-4BBA-B7EA-9B643D52B139}" srcId="{6140ED9D-B524-4984-92AB-4DA4B3636B6C}" destId="{8E659EC7-F728-4A21-A523-4A98E2798D34}" srcOrd="1" destOrd="0" parTransId="{14C17569-BD9B-4791-BC6E-56A61CF6D63A}" sibTransId="{3A59A957-4DA3-4AD2-B9CE-B1E5D4A5EDD2}"/>
    <dgm:cxn modelId="{5CBF9B94-89E1-47E1-BBE3-F9FD56A7FA86}" srcId="{F443CE0E-9B7C-4C7D-89C5-DD58879F70B9}" destId="{6140ED9D-B524-4984-92AB-4DA4B3636B6C}" srcOrd="0" destOrd="0" parTransId="{AF995ADA-A9F7-411B-A599-82C2D422D33D}" sibTransId="{91F7D259-6F9D-48CB-B3CD-B5BD71D51872}"/>
    <dgm:cxn modelId="{EC06DF57-05D1-4940-A9F9-2C64BCA76C36}" type="presOf" srcId="{8E659EC7-F728-4A21-A523-4A98E2798D34}" destId="{50E29DA3-3018-4C6A-9E7D-702994DEDB12}" srcOrd="0" destOrd="0" presId="urn:microsoft.com/office/officeart/2005/8/layout/orgChart1"/>
    <dgm:cxn modelId="{F0F7045B-B3CB-4FBA-9FE3-90E50394FA27}" type="presOf" srcId="{7D19AC77-BD4B-463E-8157-BA17DBAAF685}" destId="{131AF081-F7D8-44A2-856A-581330E560A9}" srcOrd="1" destOrd="0" presId="urn:microsoft.com/office/officeart/2005/8/layout/orgChart1"/>
    <dgm:cxn modelId="{25A97530-A5F5-4D0A-A31E-F6B9F8CB7A35}" type="presOf" srcId="{14C17569-BD9B-4791-BC6E-56A61CF6D63A}" destId="{35A361EC-5DE8-4D38-8D96-072192B62109}" srcOrd="0" destOrd="0" presId="urn:microsoft.com/office/officeart/2005/8/layout/orgChart1"/>
    <dgm:cxn modelId="{9E977952-741C-48B2-BAF0-B854D3C28CE6}" type="presOf" srcId="{6140ED9D-B524-4984-92AB-4DA4B3636B6C}" destId="{D70EFFE5-73F0-4DE4-BFB1-CD00E37CC357}" srcOrd="0" destOrd="0" presId="urn:microsoft.com/office/officeart/2005/8/layout/orgChart1"/>
    <dgm:cxn modelId="{6ADEE4FF-4CE6-4F57-8BA1-9AEA439E3FF3}" type="presOf" srcId="{6140ED9D-B524-4984-92AB-4DA4B3636B6C}" destId="{5D67CCDB-2970-4566-B7FD-327D8CFE9836}" srcOrd="1" destOrd="0" presId="urn:microsoft.com/office/officeart/2005/8/layout/orgChart1"/>
    <dgm:cxn modelId="{7EEC2E97-F220-43BA-8375-351E996B8035}" type="presOf" srcId="{F443CE0E-9B7C-4C7D-89C5-DD58879F70B9}" destId="{33C9E48E-32F3-430C-AC94-CF69312591E9}" srcOrd="0" destOrd="0" presId="urn:microsoft.com/office/officeart/2005/8/layout/orgChart1"/>
    <dgm:cxn modelId="{9E1473DA-909A-4354-9848-1B8C53DCD62E}" type="presOf" srcId="{7D19AC77-BD4B-463E-8157-BA17DBAAF685}" destId="{E4F06F31-0DE0-47D0-BCD2-A98E0CC461F9}" srcOrd="0" destOrd="0" presId="urn:microsoft.com/office/officeart/2005/8/layout/orgChart1"/>
    <dgm:cxn modelId="{A3AF1CBB-AEB1-4E97-B754-F1B0AF6EF114}" srcId="{6140ED9D-B524-4984-92AB-4DA4B3636B6C}" destId="{7D19AC77-BD4B-463E-8157-BA17DBAAF685}" srcOrd="0" destOrd="0" parTransId="{92A7B9E6-F1CE-4716-B15A-59B887E98331}" sibTransId="{FFF909B4-D9C0-4353-860B-BE92F1B368FD}"/>
    <dgm:cxn modelId="{D3508126-D5A8-4C87-8076-2555A0B7F401}" type="presOf" srcId="{8E659EC7-F728-4A21-A523-4A98E2798D34}" destId="{72495C69-EEF3-455D-B9D9-98764A36E3FA}" srcOrd="1" destOrd="0" presId="urn:microsoft.com/office/officeart/2005/8/layout/orgChart1"/>
    <dgm:cxn modelId="{518A7B6D-3767-4995-A9B6-996725048703}" type="presOf" srcId="{92A7B9E6-F1CE-4716-B15A-59B887E98331}" destId="{884B6BBC-EE9A-488E-B287-D9625C279F91}" srcOrd="0" destOrd="0" presId="urn:microsoft.com/office/officeart/2005/8/layout/orgChart1"/>
    <dgm:cxn modelId="{7A993D73-CF78-4E01-B277-804F14C9DE8D}" type="presParOf" srcId="{33C9E48E-32F3-430C-AC94-CF69312591E9}" destId="{E9A8C76C-DA62-4503-8312-0D49C8C85AAE}" srcOrd="0" destOrd="0" presId="urn:microsoft.com/office/officeart/2005/8/layout/orgChart1"/>
    <dgm:cxn modelId="{3E11202B-EC23-4491-886B-F1121CFEEC33}" type="presParOf" srcId="{E9A8C76C-DA62-4503-8312-0D49C8C85AAE}" destId="{6F44B0A7-570F-4024-B2E5-C18120A108CC}" srcOrd="0" destOrd="0" presId="urn:microsoft.com/office/officeart/2005/8/layout/orgChart1"/>
    <dgm:cxn modelId="{196BAA95-BE99-437D-B396-05569108406D}" type="presParOf" srcId="{6F44B0A7-570F-4024-B2E5-C18120A108CC}" destId="{D70EFFE5-73F0-4DE4-BFB1-CD00E37CC357}" srcOrd="0" destOrd="0" presId="urn:microsoft.com/office/officeart/2005/8/layout/orgChart1"/>
    <dgm:cxn modelId="{1B6EC74E-DFB4-46BC-B614-2702CDDE4E09}" type="presParOf" srcId="{6F44B0A7-570F-4024-B2E5-C18120A108CC}" destId="{5D67CCDB-2970-4566-B7FD-327D8CFE9836}" srcOrd="1" destOrd="0" presId="urn:microsoft.com/office/officeart/2005/8/layout/orgChart1"/>
    <dgm:cxn modelId="{A3924936-8078-4CFB-8236-51F9BB5124C1}" type="presParOf" srcId="{E9A8C76C-DA62-4503-8312-0D49C8C85AAE}" destId="{ADAFA12B-CE3B-4BDD-80C5-8F75613EA637}" srcOrd="1" destOrd="0" presId="urn:microsoft.com/office/officeart/2005/8/layout/orgChart1"/>
    <dgm:cxn modelId="{E6A95437-47D7-4238-9FC5-CC9DAD62D34B}" type="presParOf" srcId="{ADAFA12B-CE3B-4BDD-80C5-8F75613EA637}" destId="{884B6BBC-EE9A-488E-B287-D9625C279F91}" srcOrd="0" destOrd="0" presId="urn:microsoft.com/office/officeart/2005/8/layout/orgChart1"/>
    <dgm:cxn modelId="{35026DF4-AA7C-4F91-9A10-2F40AD5E3626}" type="presParOf" srcId="{ADAFA12B-CE3B-4BDD-80C5-8F75613EA637}" destId="{2574E129-44CD-452E-8273-E14AC30F3B68}" srcOrd="1" destOrd="0" presId="urn:microsoft.com/office/officeart/2005/8/layout/orgChart1"/>
    <dgm:cxn modelId="{F061A2B8-8EB0-48AD-9338-B4D7C07C64C2}" type="presParOf" srcId="{2574E129-44CD-452E-8273-E14AC30F3B68}" destId="{2336D1DB-5397-43E0-9166-9578F405CBAA}" srcOrd="0" destOrd="0" presId="urn:microsoft.com/office/officeart/2005/8/layout/orgChart1"/>
    <dgm:cxn modelId="{B2395FE2-1100-43C0-943D-989F3EA256EA}" type="presParOf" srcId="{2336D1DB-5397-43E0-9166-9578F405CBAA}" destId="{E4F06F31-0DE0-47D0-BCD2-A98E0CC461F9}" srcOrd="0" destOrd="0" presId="urn:microsoft.com/office/officeart/2005/8/layout/orgChart1"/>
    <dgm:cxn modelId="{65D12B11-EA23-44D5-AA39-CD48A633738D}" type="presParOf" srcId="{2336D1DB-5397-43E0-9166-9578F405CBAA}" destId="{131AF081-F7D8-44A2-856A-581330E560A9}" srcOrd="1" destOrd="0" presId="urn:microsoft.com/office/officeart/2005/8/layout/orgChart1"/>
    <dgm:cxn modelId="{FF29861D-520A-46EC-B9D1-D38B386B4AB2}" type="presParOf" srcId="{2574E129-44CD-452E-8273-E14AC30F3B68}" destId="{270515C4-5FE8-4E1E-B11C-3814B8A85700}" srcOrd="1" destOrd="0" presId="urn:microsoft.com/office/officeart/2005/8/layout/orgChart1"/>
    <dgm:cxn modelId="{C02F9EE2-0FD0-46C3-9A05-7A1F055B1F99}" type="presParOf" srcId="{2574E129-44CD-452E-8273-E14AC30F3B68}" destId="{E34FEB75-C522-404A-9AB1-1780D14E45B8}" srcOrd="2" destOrd="0" presId="urn:microsoft.com/office/officeart/2005/8/layout/orgChart1"/>
    <dgm:cxn modelId="{9A0C4E37-5FA6-496D-A1DA-BACA8AC7B576}" type="presParOf" srcId="{ADAFA12B-CE3B-4BDD-80C5-8F75613EA637}" destId="{35A361EC-5DE8-4D38-8D96-072192B62109}" srcOrd="2" destOrd="0" presId="urn:microsoft.com/office/officeart/2005/8/layout/orgChart1"/>
    <dgm:cxn modelId="{E14F20C9-14B7-4A7C-9E97-D37C46D2132C}" type="presParOf" srcId="{ADAFA12B-CE3B-4BDD-80C5-8F75613EA637}" destId="{0AE76F67-35A4-4E14-B387-1ECEC909E9ED}" srcOrd="3" destOrd="0" presId="urn:microsoft.com/office/officeart/2005/8/layout/orgChart1"/>
    <dgm:cxn modelId="{74F531A8-4D82-4FAE-898F-FB2038AD8F95}" type="presParOf" srcId="{0AE76F67-35A4-4E14-B387-1ECEC909E9ED}" destId="{8FE56388-D271-4149-8107-95BAA7039CDD}" srcOrd="0" destOrd="0" presId="urn:microsoft.com/office/officeart/2005/8/layout/orgChart1"/>
    <dgm:cxn modelId="{D2796A56-1553-4E43-AD9F-C76D4A2CA153}" type="presParOf" srcId="{8FE56388-D271-4149-8107-95BAA7039CDD}" destId="{50E29DA3-3018-4C6A-9E7D-702994DEDB12}" srcOrd="0" destOrd="0" presId="urn:microsoft.com/office/officeart/2005/8/layout/orgChart1"/>
    <dgm:cxn modelId="{27E8E0BD-7A3F-4023-BB01-A3A7D9699410}" type="presParOf" srcId="{8FE56388-D271-4149-8107-95BAA7039CDD}" destId="{72495C69-EEF3-455D-B9D9-98764A36E3FA}" srcOrd="1" destOrd="0" presId="urn:microsoft.com/office/officeart/2005/8/layout/orgChart1"/>
    <dgm:cxn modelId="{6DC1B7BE-086F-47CD-9A55-F118F089787E}" type="presParOf" srcId="{0AE76F67-35A4-4E14-B387-1ECEC909E9ED}" destId="{E2F540E2-9F33-47A5-85C0-A4E63397DA5E}" srcOrd="1" destOrd="0" presId="urn:microsoft.com/office/officeart/2005/8/layout/orgChart1"/>
    <dgm:cxn modelId="{D1B4E9DC-FF6B-4CF3-B3D6-6822581FAB47}" type="presParOf" srcId="{0AE76F67-35A4-4E14-B387-1ECEC909E9ED}" destId="{876ECBCA-1912-4F4F-A2E2-DFCFC43C5AD9}" srcOrd="2" destOrd="0" presId="urn:microsoft.com/office/officeart/2005/8/layout/orgChart1"/>
    <dgm:cxn modelId="{B4650DE5-563D-4240-B539-2C1607139A87}" type="presParOf" srcId="{E9A8C76C-DA62-4503-8312-0D49C8C85AAE}" destId="{BEAC1133-CBA9-4CBC-9F64-4FBB5529A39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63189-F8B1-4100-A731-A543DB3B4A95}">
      <dsp:nvSpPr>
        <dsp:cNvPr id="0" name=""/>
        <dsp:cNvSpPr/>
      </dsp:nvSpPr>
      <dsp:spPr>
        <a:xfrm>
          <a:off x="-7316737" y="-1118435"/>
          <a:ext cx="8708010" cy="8708010"/>
        </a:xfrm>
        <a:prstGeom prst="blockArc">
          <a:avLst>
            <a:gd name="adj1" fmla="val 18900000"/>
            <a:gd name="adj2" fmla="val 2700000"/>
            <a:gd name="adj3" fmla="val 248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51A6D-0A2E-4A92-8CF2-2112F7488780}">
      <dsp:nvSpPr>
        <dsp:cNvPr id="0" name=""/>
        <dsp:cNvSpPr/>
      </dsp:nvSpPr>
      <dsp:spPr>
        <a:xfrm>
          <a:off x="518014" y="340770"/>
          <a:ext cx="9549404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Datasets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-Import Libraries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-Load Datasets</a:t>
          </a:r>
          <a:endParaRPr lang="en-US" sz="1200" kern="1200" dirty="0">
            <a:latin typeface="Britannic Bold" pitchFamily="34" charset="0"/>
          </a:endParaRPr>
        </a:p>
      </dsp:txBody>
      <dsp:txXfrm>
        <a:off x="518014" y="340770"/>
        <a:ext cx="9549404" cy="681281"/>
      </dsp:txXfrm>
    </dsp:sp>
    <dsp:sp modelId="{0D8CBD43-8D69-413E-A43C-A18B8E932340}">
      <dsp:nvSpPr>
        <dsp:cNvPr id="0" name=""/>
        <dsp:cNvSpPr/>
      </dsp:nvSpPr>
      <dsp:spPr>
        <a:xfrm>
          <a:off x="92213" y="255609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0221C-8EDE-4AF3-9E7F-8CD1B2E48DDC}">
      <dsp:nvSpPr>
        <dsp:cNvPr id="0" name=""/>
        <dsp:cNvSpPr/>
      </dsp:nvSpPr>
      <dsp:spPr>
        <a:xfrm>
          <a:off x="1078415" y="1362563"/>
          <a:ext cx="8989003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Data Cleaning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-Missing Value Treatment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-Checking Duplicates</a:t>
          </a:r>
        </a:p>
      </dsp:txBody>
      <dsp:txXfrm>
        <a:off x="1078415" y="1362563"/>
        <a:ext cx="8989003" cy="681281"/>
      </dsp:txXfrm>
    </dsp:sp>
    <dsp:sp modelId="{74C46565-DB5E-4B35-BA77-06648A3F4E03}">
      <dsp:nvSpPr>
        <dsp:cNvPr id="0" name=""/>
        <dsp:cNvSpPr/>
      </dsp:nvSpPr>
      <dsp:spPr>
        <a:xfrm>
          <a:off x="652614" y="1277402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81EC0-B03F-48E6-9781-57181555DC4B}">
      <dsp:nvSpPr>
        <dsp:cNvPr id="0" name=""/>
        <dsp:cNvSpPr/>
      </dsp:nvSpPr>
      <dsp:spPr>
        <a:xfrm>
          <a:off x="1334672" y="2384355"/>
          <a:ext cx="8732746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Data Preprocessing/EDA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-Construct an extra columns for locations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-Changes in the inappropriate blanks values in columns</a:t>
          </a:r>
          <a:endParaRPr lang="en-US" sz="1200" kern="1200" dirty="0">
            <a:latin typeface="Britannic Bold" pitchFamily="34" charset="0"/>
          </a:endParaRPr>
        </a:p>
      </dsp:txBody>
      <dsp:txXfrm>
        <a:off x="1334672" y="2384355"/>
        <a:ext cx="8732746" cy="681281"/>
      </dsp:txXfrm>
    </dsp:sp>
    <dsp:sp modelId="{3FE2D2BD-01AC-4A7F-8B03-9FA956A61E19}">
      <dsp:nvSpPr>
        <dsp:cNvPr id="0" name=""/>
        <dsp:cNvSpPr/>
      </dsp:nvSpPr>
      <dsp:spPr>
        <a:xfrm>
          <a:off x="908871" y="2299195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5ED36-956C-44B2-8CC4-748435DD5738}">
      <dsp:nvSpPr>
        <dsp:cNvPr id="0" name=""/>
        <dsp:cNvSpPr/>
      </dsp:nvSpPr>
      <dsp:spPr>
        <a:xfrm>
          <a:off x="1334672" y="3405501"/>
          <a:ext cx="8732746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Data Visualization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-Numerical Data Visualization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-Outliers Detection through Boxplot</a:t>
          </a:r>
          <a:endParaRPr lang="en-US" sz="1200" kern="1200" dirty="0">
            <a:latin typeface="Britannic Bold" pitchFamily="34" charset="0"/>
          </a:endParaRPr>
        </a:p>
      </dsp:txBody>
      <dsp:txXfrm>
        <a:off x="1334672" y="3405501"/>
        <a:ext cx="8732746" cy="681281"/>
      </dsp:txXfrm>
    </dsp:sp>
    <dsp:sp modelId="{E8384D32-4EA0-4B67-89EA-D787D0EDDDCE}">
      <dsp:nvSpPr>
        <dsp:cNvPr id="0" name=""/>
        <dsp:cNvSpPr/>
      </dsp:nvSpPr>
      <dsp:spPr>
        <a:xfrm>
          <a:off x="908871" y="3320341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4396F-09CB-4B36-AE85-84EB2D7AA530}">
      <dsp:nvSpPr>
        <dsp:cNvPr id="0" name=""/>
        <dsp:cNvSpPr/>
      </dsp:nvSpPr>
      <dsp:spPr>
        <a:xfrm>
          <a:off x="1078415" y="4427294"/>
          <a:ext cx="8989003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Model Selection</a:t>
          </a:r>
          <a:endParaRPr lang="en-US" sz="1200" kern="1200" dirty="0">
            <a:latin typeface="Britannic Bold" pitchFamily="34" charset="0"/>
          </a:endParaRPr>
        </a:p>
      </dsp:txBody>
      <dsp:txXfrm>
        <a:off x="1078415" y="4427294"/>
        <a:ext cx="8989003" cy="681281"/>
      </dsp:txXfrm>
    </dsp:sp>
    <dsp:sp modelId="{C7B72DF5-AD67-4514-93FD-061DEE513086}">
      <dsp:nvSpPr>
        <dsp:cNvPr id="0" name=""/>
        <dsp:cNvSpPr/>
      </dsp:nvSpPr>
      <dsp:spPr>
        <a:xfrm>
          <a:off x="652614" y="4342134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42606-D6CC-4512-B01E-F55FAFD586E0}">
      <dsp:nvSpPr>
        <dsp:cNvPr id="0" name=""/>
        <dsp:cNvSpPr/>
      </dsp:nvSpPr>
      <dsp:spPr>
        <a:xfrm>
          <a:off x="518014" y="5449087"/>
          <a:ext cx="9549404" cy="681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76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Britannic Bold" pitchFamily="34" charset="0"/>
            </a:rPr>
            <a:t>Model Deployment</a:t>
          </a:r>
          <a:endParaRPr lang="en-US" sz="1200" kern="1200" dirty="0">
            <a:latin typeface="Britannic Bold" pitchFamily="34" charset="0"/>
          </a:endParaRPr>
        </a:p>
      </dsp:txBody>
      <dsp:txXfrm>
        <a:off x="518014" y="5449087"/>
        <a:ext cx="9549404" cy="681281"/>
      </dsp:txXfrm>
    </dsp:sp>
    <dsp:sp modelId="{34C22F22-0FF7-43C8-8980-2D2B558EA68A}">
      <dsp:nvSpPr>
        <dsp:cNvPr id="0" name=""/>
        <dsp:cNvSpPr/>
      </dsp:nvSpPr>
      <dsp:spPr>
        <a:xfrm>
          <a:off x="92213" y="5363927"/>
          <a:ext cx="851601" cy="851601"/>
        </a:xfrm>
        <a:prstGeom prst="ellipse">
          <a:avLst/>
        </a:prstGeom>
        <a:blipFill dpi="0" rotWithShape="0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62662-9CEE-4E21-94CF-7B9B20EC4912}">
      <dsp:nvSpPr>
        <dsp:cNvPr id="0" name=""/>
        <dsp:cNvSpPr/>
      </dsp:nvSpPr>
      <dsp:spPr>
        <a:xfrm>
          <a:off x="5040064" y="0"/>
          <a:ext cx="4865935" cy="480060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6586" rIns="151130" bIns="0" numCol="1" spcCol="1270" anchor="t" anchorCtr="0">
          <a:noAutofit/>
        </a:bodyPr>
        <a:lstStyle/>
        <a:p>
          <a:pPr lvl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Null Values Treatments</a:t>
          </a:r>
          <a:endParaRPr lang="en-US" sz="3400" kern="1200" dirty="0"/>
        </a:p>
      </dsp:txBody>
      <dsp:txXfrm rot="16200000">
        <a:off x="3558412" y="1481652"/>
        <a:ext cx="3936492" cy="973187"/>
      </dsp:txXfrm>
    </dsp:sp>
    <dsp:sp modelId="{EE6AD7F8-C7F1-47F9-A822-0ABFBE0B230F}">
      <dsp:nvSpPr>
        <dsp:cNvPr id="0" name=""/>
        <dsp:cNvSpPr/>
      </dsp:nvSpPr>
      <dsp:spPr>
        <a:xfrm>
          <a:off x="6013251" y="0"/>
          <a:ext cx="3625121" cy="480060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0" bIns="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*Check Null Values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*Forward Fill '</a:t>
          </a:r>
          <a:r>
            <a:rPr lang="en-US" sz="2600" kern="1200" dirty="0" err="1" smtClean="0"/>
            <a:t>isbn</a:t>
          </a:r>
          <a:r>
            <a:rPr lang="en-US" sz="2600" kern="1200" dirty="0" smtClean="0"/>
            <a:t>'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*Forward Fill '</a:t>
          </a:r>
          <a:r>
            <a:rPr lang="en-US" sz="2600" kern="1200" dirty="0" err="1" smtClean="0"/>
            <a:t>original_publication_year</a:t>
          </a:r>
          <a:r>
            <a:rPr lang="en-US" sz="2600" kern="1200" dirty="0" smtClean="0"/>
            <a:t>'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*Fill '</a:t>
          </a:r>
          <a:r>
            <a:rPr lang="en-US" sz="2600" kern="1200" dirty="0" err="1" smtClean="0"/>
            <a:t>original_title</a:t>
          </a:r>
          <a:r>
            <a:rPr lang="en-US" sz="2600" kern="1200" dirty="0" smtClean="0"/>
            <a:t>' with 'Unknown'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*Fill '</a:t>
          </a:r>
          <a:r>
            <a:rPr lang="en-US" sz="2600" kern="1200" dirty="0" err="1" smtClean="0"/>
            <a:t>language_code</a:t>
          </a:r>
          <a:r>
            <a:rPr lang="en-US" sz="2600" kern="1200" dirty="0" smtClean="0"/>
            <a:t>' with 'XXX'</a:t>
          </a:r>
          <a:endParaRPr lang="en-US" sz="2600" kern="1200" dirty="0"/>
        </a:p>
      </dsp:txBody>
      <dsp:txXfrm>
        <a:off x="6013251" y="0"/>
        <a:ext cx="3625121" cy="4800600"/>
      </dsp:txXfrm>
    </dsp:sp>
    <dsp:sp modelId="{38D62D66-5825-4D23-A2BB-C1A5B1BF86F9}">
      <dsp:nvSpPr>
        <dsp:cNvPr id="0" name=""/>
        <dsp:cNvSpPr/>
      </dsp:nvSpPr>
      <dsp:spPr>
        <a:xfrm>
          <a:off x="0" y="0"/>
          <a:ext cx="4865935" cy="480060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6586" rIns="151130" bIns="0" numCol="1" spcCol="1270" anchor="t" anchorCtr="0">
          <a:noAutofit/>
        </a:bodyPr>
        <a:lstStyle/>
        <a:p>
          <a:pPr lvl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Data Types </a:t>
          </a:r>
          <a:endParaRPr lang="en-US" sz="3400" kern="1200" dirty="0"/>
        </a:p>
      </dsp:txBody>
      <dsp:txXfrm rot="16200000">
        <a:off x="-1481652" y="1481652"/>
        <a:ext cx="3936492" cy="973187"/>
      </dsp:txXfrm>
    </dsp:sp>
    <dsp:sp modelId="{0B6C3599-B01E-447D-BD80-99A67F18B8BA}">
      <dsp:nvSpPr>
        <dsp:cNvPr id="0" name=""/>
        <dsp:cNvSpPr/>
      </dsp:nvSpPr>
      <dsp:spPr>
        <a:xfrm rot="5400000">
          <a:off x="4709509" y="3753082"/>
          <a:ext cx="705947" cy="72989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893AD-201E-4D4A-B31A-89B636ADB410}">
      <dsp:nvSpPr>
        <dsp:cNvPr id="0" name=""/>
        <dsp:cNvSpPr/>
      </dsp:nvSpPr>
      <dsp:spPr>
        <a:xfrm>
          <a:off x="973187" y="0"/>
          <a:ext cx="3625121" cy="480060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0" bIns="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-Check Data Types</a:t>
          </a:r>
          <a:endParaRPr lang="en-US" sz="2600" kern="1200" dirty="0"/>
        </a:p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-Display Descriptive Statistics</a:t>
          </a:r>
          <a:endParaRPr lang="en-US" sz="2600" kern="1200" dirty="0"/>
        </a:p>
      </dsp:txBody>
      <dsp:txXfrm>
        <a:off x="973187" y="0"/>
        <a:ext cx="3625121" cy="4800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361EC-5DE8-4D38-8D96-072192B62109}">
      <dsp:nvSpPr>
        <dsp:cNvPr id="0" name=""/>
        <dsp:cNvSpPr/>
      </dsp:nvSpPr>
      <dsp:spPr>
        <a:xfrm>
          <a:off x="2273300" y="1869005"/>
          <a:ext cx="1244057" cy="431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910"/>
              </a:lnTo>
              <a:lnTo>
                <a:pt x="1244057" y="215910"/>
              </a:lnTo>
              <a:lnTo>
                <a:pt x="1244057" y="43182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4B6BBC-EE9A-488E-B287-D9625C279F91}">
      <dsp:nvSpPr>
        <dsp:cNvPr id="0" name=""/>
        <dsp:cNvSpPr/>
      </dsp:nvSpPr>
      <dsp:spPr>
        <a:xfrm>
          <a:off x="1029242" y="1869005"/>
          <a:ext cx="1244057" cy="431821"/>
        </a:xfrm>
        <a:custGeom>
          <a:avLst/>
          <a:gdLst/>
          <a:ahLst/>
          <a:cxnLst/>
          <a:rect l="0" t="0" r="0" b="0"/>
          <a:pathLst>
            <a:path>
              <a:moveTo>
                <a:pt x="1244057" y="0"/>
              </a:moveTo>
              <a:lnTo>
                <a:pt x="1244057" y="215910"/>
              </a:lnTo>
              <a:lnTo>
                <a:pt x="0" y="215910"/>
              </a:lnTo>
              <a:lnTo>
                <a:pt x="0" y="43182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0EFFE5-73F0-4DE4-BFB1-CD00E37CC357}">
      <dsp:nvSpPr>
        <dsp:cNvPr id="0" name=""/>
        <dsp:cNvSpPr/>
      </dsp:nvSpPr>
      <dsp:spPr>
        <a:xfrm>
          <a:off x="1245153" y="840859"/>
          <a:ext cx="2056293" cy="1028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Hybrid Recommendation</a:t>
          </a:r>
          <a:endParaRPr lang="en-US" sz="2300" kern="1200" dirty="0"/>
        </a:p>
      </dsp:txBody>
      <dsp:txXfrm>
        <a:off x="1245153" y="840859"/>
        <a:ext cx="2056293" cy="1028146"/>
      </dsp:txXfrm>
    </dsp:sp>
    <dsp:sp modelId="{E4F06F31-0DE0-47D0-BCD2-A98E0CC461F9}">
      <dsp:nvSpPr>
        <dsp:cNvPr id="0" name=""/>
        <dsp:cNvSpPr/>
      </dsp:nvSpPr>
      <dsp:spPr>
        <a:xfrm>
          <a:off x="1096" y="2300827"/>
          <a:ext cx="2056293" cy="1028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Content-Based</a:t>
          </a:r>
          <a:endParaRPr lang="en-US" sz="2300" kern="1200" dirty="0"/>
        </a:p>
      </dsp:txBody>
      <dsp:txXfrm>
        <a:off x="1096" y="2300827"/>
        <a:ext cx="2056293" cy="1028146"/>
      </dsp:txXfrm>
    </dsp:sp>
    <dsp:sp modelId="{50E29DA3-3018-4C6A-9E7D-702994DEDB12}">
      <dsp:nvSpPr>
        <dsp:cNvPr id="0" name=""/>
        <dsp:cNvSpPr/>
      </dsp:nvSpPr>
      <dsp:spPr>
        <a:xfrm>
          <a:off x="2489210" y="2300827"/>
          <a:ext cx="2056293" cy="1028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Collaborative Filtering</a:t>
          </a:r>
          <a:endParaRPr lang="en-US" sz="2300" kern="1200" dirty="0"/>
        </a:p>
      </dsp:txBody>
      <dsp:txXfrm>
        <a:off x="2489210" y="2300827"/>
        <a:ext cx="2056293" cy="1028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D82F2-4DA2-4B18-8CCD-A2FF8B5D288A}" type="datetimeFigureOut">
              <a:rPr lang="en-US" smtClean="0"/>
              <a:t>10-Jun-24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794D3-1F9A-412B-9AC5-CD3B67CF3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4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794D3-1F9A-412B-9AC5-CD3B67CF3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0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10-Jun-24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index.html" TargetMode="External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docs.streamlit.i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370" y="1523999"/>
            <a:ext cx="11101753" cy="79716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Book Recommendation System</a:t>
            </a:r>
            <a:endParaRPr lang="en-IN" sz="4400" b="1" dirty="0">
              <a:solidFill>
                <a:schemeClr val="bg1">
                  <a:lumMod val="95000"/>
                  <a:lumOff val="5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15953" y="2555632"/>
            <a:ext cx="2851355" cy="377499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TEAM MEMBERS </a:t>
            </a:r>
            <a:r>
              <a:rPr lang="en-US" b="1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:-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Ashwini</a:t>
            </a:r>
            <a:r>
              <a:rPr lang="en-US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 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Akshay</a:t>
            </a:r>
            <a:r>
              <a:rPr lang="en-US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 K.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Manoj</a:t>
            </a:r>
            <a:r>
              <a:rPr lang="en-US" b="1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 K.</a:t>
            </a:r>
            <a:endParaRPr lang="en-US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Bhabani</a:t>
            </a:r>
            <a:r>
              <a:rPr lang="en-US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 B.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Anitha</a:t>
            </a:r>
            <a:r>
              <a:rPr lang="en-US" b="1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 M.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 err="1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Sathwik</a:t>
            </a:r>
            <a:r>
              <a:rPr lang="en-IN" b="1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  R.</a:t>
            </a:r>
            <a:endParaRPr lang="en-IN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769" y="2883877"/>
            <a:ext cx="4572000" cy="33410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954" y="87924"/>
            <a:ext cx="2895600" cy="147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61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875" y="117231"/>
            <a:ext cx="2152772" cy="1008185"/>
          </a:xfrm>
        </p:spPr>
        <p:txBody>
          <a:bodyPr/>
          <a:lstStyle/>
          <a:p>
            <a:r>
              <a:rPr lang="en-US" b="1" u="sng" dirty="0" smtClean="0">
                <a:solidFill>
                  <a:schemeClr val="bg1"/>
                </a:solidFill>
              </a:rPr>
              <a:t>content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37846"/>
            <a:ext cx="9905999" cy="485335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Project Architecture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Introduction to Recommendation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Dataset Details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Data Preprocessing And EDA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Visualization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Details about Recommendation Techniques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Model Selections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Deployment</a:t>
            </a:r>
          </a:p>
          <a:p>
            <a:pPr marL="0" indent="0">
              <a:buNone/>
            </a:pP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109" y="1482968"/>
            <a:ext cx="4771291" cy="35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603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06" y="152401"/>
            <a:ext cx="6365631" cy="7737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itchFamily="82" charset="0"/>
              </a:rPr>
              <a:t>Project Architecture 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  <a:latin typeface="Algerian" pitchFamily="82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699575"/>
              </p:ext>
            </p:extLst>
          </p:nvPr>
        </p:nvGraphicFramePr>
        <p:xfrm>
          <a:off x="1141412" y="175846"/>
          <a:ext cx="10159633" cy="647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75431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114426"/>
            <a:ext cx="9905998" cy="741359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Introduction to Recommendation 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890954"/>
            <a:ext cx="9905999" cy="4900247"/>
          </a:xfrm>
        </p:spPr>
        <p:txBody>
          <a:bodyPr/>
          <a:lstStyle/>
          <a:p>
            <a:r>
              <a:rPr lang="en-US" dirty="0" smtClean="0"/>
              <a:t>Recommendation systems involve predicting user preferences for unseen items.</a:t>
            </a:r>
          </a:p>
          <a:p>
            <a:r>
              <a:rPr lang="en-US" dirty="0"/>
              <a:t>Recommendation </a:t>
            </a:r>
            <a:r>
              <a:rPr lang="en-US" dirty="0" smtClean="0"/>
              <a:t>systems have become popular with the increasing availability of millions of products online.</a:t>
            </a:r>
          </a:p>
          <a:p>
            <a:r>
              <a:rPr lang="en-US" dirty="0" smtClean="0"/>
              <a:t>Recommending relevant products increases the customers interest and the sales of the company.</a:t>
            </a:r>
          </a:p>
          <a:p>
            <a:r>
              <a:rPr lang="en-US" dirty="0" smtClean="0"/>
              <a:t>Examples-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 Facebook- ‘People You May Know’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Netflix- ‘Other Movies You May Enjoy’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Amazon- ‘Customers Who brought this item’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 A</a:t>
            </a:r>
            <a:r>
              <a:rPr lang="en-US" dirty="0" smtClean="0"/>
              <a:t>nd So on…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650" y="3048000"/>
            <a:ext cx="2857500" cy="160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4" t="7778" r="25477" b="6666"/>
          <a:stretch/>
        </p:blipFill>
        <p:spPr>
          <a:xfrm>
            <a:off x="10001250" y="1447800"/>
            <a:ext cx="1003300" cy="1117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r="29850"/>
          <a:stretch/>
        </p:blipFill>
        <p:spPr>
          <a:xfrm>
            <a:off x="9563101" y="3105150"/>
            <a:ext cx="1244600" cy="15430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4" r="17335"/>
          <a:stretch/>
        </p:blipFill>
        <p:spPr>
          <a:xfrm>
            <a:off x="8947150" y="5016500"/>
            <a:ext cx="1349375" cy="1536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30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113" y="0"/>
            <a:ext cx="5754687" cy="118647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Datasets details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74700"/>
            <a:ext cx="9905999" cy="5435600"/>
          </a:xfrm>
        </p:spPr>
        <p:txBody>
          <a:bodyPr/>
          <a:lstStyle/>
          <a:p>
            <a:r>
              <a:rPr lang="en-US" dirty="0" smtClean="0"/>
              <a:t>Books.csv – the dataset we are using in our project.</a:t>
            </a:r>
          </a:p>
          <a:p>
            <a:r>
              <a:rPr lang="en-US" dirty="0" smtClean="0"/>
              <a:t>This dataset is extract using beautiful soap.</a:t>
            </a:r>
          </a:p>
          <a:p>
            <a:r>
              <a:rPr lang="en-US" dirty="0" smtClean="0"/>
              <a:t>No. of Rows: 10,000</a:t>
            </a:r>
          </a:p>
          <a:p>
            <a:r>
              <a:rPr lang="en-US" dirty="0" smtClean="0"/>
              <a:t>No. of Columns: 15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3098800"/>
            <a:ext cx="39243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26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213" y="88900"/>
            <a:ext cx="5424487" cy="979488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Data pre-processing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572969"/>
              </p:ext>
            </p:extLst>
          </p:nvPr>
        </p:nvGraphicFramePr>
        <p:xfrm>
          <a:off x="1141413" y="990600"/>
          <a:ext cx="99060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6539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913" y="139700"/>
            <a:ext cx="9905998" cy="8001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Data </a:t>
            </a:r>
            <a:r>
              <a:rPr lang="en-US" dirty="0">
                <a:solidFill>
                  <a:schemeClr val="bg1"/>
                </a:solidFill>
                <a:latin typeface="Algerian" pitchFamily="82" charset="0"/>
              </a:rPr>
              <a:t>Visualization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616" y="177800"/>
            <a:ext cx="4703967" cy="357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47936" y="3808968"/>
            <a:ext cx="4141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Distribution of Average Ratings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15497"/>
            <a:ext cx="4000500" cy="28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1" y="3993634"/>
            <a:ext cx="400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Distribution of 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Ratings Count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117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48" y="179387"/>
            <a:ext cx="4321175" cy="289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76900" y="1220825"/>
            <a:ext cx="440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Scatter plot for comparing </a:t>
            </a:r>
            <a:endParaRPr lang="en-US" dirty="0" smtClean="0">
              <a:solidFill>
                <a:schemeClr val="bg1"/>
              </a:solidFill>
              <a:latin typeface="Arial Black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Average 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Rating 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vs. 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Ratings Count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635" y="3136145"/>
            <a:ext cx="6722510" cy="3623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32000" y="4752019"/>
            <a:ext cx="2486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Top 20 Books </a:t>
            </a:r>
            <a:endParaRPr lang="en-US" dirty="0" smtClean="0">
              <a:solidFill>
                <a:schemeClr val="bg1"/>
              </a:solidFill>
              <a:latin typeface="Arial Black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by 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Average Rating</a:t>
            </a:r>
          </a:p>
        </p:txBody>
      </p:sp>
    </p:spTree>
    <p:extLst>
      <p:ext uri="{BB962C8B-B14F-4D97-AF65-F5344CB8AC3E}">
        <p14:creationId xmlns:p14="http://schemas.microsoft.com/office/powerpoint/2010/main" val="2590692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97818"/>
            <a:ext cx="9905998" cy="75308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itchFamily="82" charset="0"/>
              </a:rPr>
              <a:t>Recommendation Techniques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23900"/>
            <a:ext cx="9905999" cy="5981700"/>
          </a:xfrm>
        </p:spPr>
        <p:txBody>
          <a:bodyPr/>
          <a:lstStyle/>
          <a:p>
            <a:r>
              <a:rPr lang="en-US" b="1" u="sng" dirty="0">
                <a:solidFill>
                  <a:schemeClr val="bg1"/>
                </a:solidFill>
              </a:rPr>
              <a:t>Hybrid </a:t>
            </a:r>
            <a:r>
              <a:rPr lang="en-US" b="1" u="sng" dirty="0" smtClean="0">
                <a:solidFill>
                  <a:schemeClr val="bg1"/>
                </a:solidFill>
              </a:rPr>
              <a:t>Recommendation:</a:t>
            </a:r>
          </a:p>
          <a:p>
            <a:pPr lvl="1"/>
            <a:r>
              <a:rPr lang="en-US" sz="2400" b="1" dirty="0"/>
              <a:t>Algorithm Overview</a:t>
            </a:r>
            <a:r>
              <a:rPr lang="en-US" sz="2400" b="1" dirty="0" smtClean="0"/>
              <a:t>: </a:t>
            </a:r>
          </a:p>
          <a:p>
            <a:pPr lvl="2"/>
            <a:r>
              <a:rPr lang="en-US" sz="2200" dirty="0" smtClean="0"/>
              <a:t>Combines </a:t>
            </a:r>
            <a:r>
              <a:rPr lang="en-US" sz="2200" dirty="0"/>
              <a:t>multiple recommendation </a:t>
            </a:r>
            <a:r>
              <a:rPr lang="en-US" sz="2200" dirty="0" smtClean="0"/>
              <a:t>algorithms.</a:t>
            </a:r>
          </a:p>
          <a:p>
            <a:pPr lvl="1"/>
            <a:r>
              <a:rPr lang="en-US" sz="2400" b="1" dirty="0" smtClean="0"/>
              <a:t>Benefits:</a:t>
            </a:r>
          </a:p>
          <a:p>
            <a:pPr lvl="2"/>
            <a:r>
              <a:rPr lang="en-US" sz="2000" dirty="0" smtClean="0"/>
              <a:t>More </a:t>
            </a:r>
            <a:r>
              <a:rPr lang="en-US" sz="2000" dirty="0"/>
              <a:t>accurate </a:t>
            </a:r>
            <a:r>
              <a:rPr lang="en-US" sz="2000" dirty="0" smtClean="0"/>
              <a:t>recommendations.</a:t>
            </a:r>
          </a:p>
          <a:p>
            <a:pPr lvl="2"/>
            <a:r>
              <a:rPr lang="en-US" sz="2000" dirty="0" smtClean="0"/>
              <a:t>More </a:t>
            </a:r>
            <a:r>
              <a:rPr lang="en-US" sz="2000" dirty="0"/>
              <a:t>diverse recommendations</a:t>
            </a:r>
            <a:r>
              <a:rPr lang="en-US" sz="2000" dirty="0" smtClean="0"/>
              <a:t>.</a:t>
            </a:r>
          </a:p>
          <a:p>
            <a:pPr lvl="1"/>
            <a:r>
              <a:rPr lang="en-US" sz="2400" b="1" dirty="0" smtClean="0"/>
              <a:t>How </a:t>
            </a:r>
            <a:r>
              <a:rPr lang="en-US" sz="2400" b="1" dirty="0"/>
              <a:t>it </a:t>
            </a:r>
            <a:r>
              <a:rPr lang="en-US" sz="2400" b="1" dirty="0" smtClean="0"/>
              <a:t>Works:</a:t>
            </a:r>
          </a:p>
          <a:p>
            <a:pPr lvl="2"/>
            <a:r>
              <a:rPr lang="en-US" sz="2000" dirty="0" smtClean="0"/>
              <a:t>Content-based </a:t>
            </a:r>
            <a:r>
              <a:rPr lang="en-US" sz="2000" dirty="0"/>
              <a:t>and collaborative filtering combined.</a:t>
            </a:r>
          </a:p>
          <a:p>
            <a:pPr lvl="2"/>
            <a:r>
              <a:rPr lang="en-US" sz="2000" dirty="0"/>
              <a:t>Creates hybrid similarity matrix.</a:t>
            </a:r>
          </a:p>
          <a:p>
            <a:pPr lvl="2"/>
            <a:r>
              <a:rPr lang="en-US" sz="2000" dirty="0"/>
              <a:t>Leverages both content and user </a:t>
            </a:r>
            <a:r>
              <a:rPr lang="en-US" sz="2000" dirty="0" smtClean="0"/>
              <a:t>interactions.</a:t>
            </a:r>
            <a:endParaRPr lang="en-US" sz="20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18007401"/>
              </p:ext>
            </p:extLst>
          </p:nvPr>
        </p:nvGraphicFramePr>
        <p:xfrm>
          <a:off x="7073900" y="762000"/>
          <a:ext cx="4546600" cy="4169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791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899" y="842963"/>
            <a:ext cx="8435527" cy="530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8101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213" y="0"/>
            <a:ext cx="4065587" cy="992188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Deployment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36600"/>
            <a:ext cx="9905999" cy="5054601"/>
          </a:xfrm>
        </p:spPr>
        <p:txBody>
          <a:bodyPr/>
          <a:lstStyle/>
          <a:p>
            <a:r>
              <a:rPr lang="en-US" dirty="0" smtClean="0"/>
              <a:t>Deployment is the process by which a ML model is moved from an offline environment and integrated into an existing production environment such as a live application.</a:t>
            </a:r>
          </a:p>
          <a:p>
            <a:r>
              <a:rPr lang="en-US" dirty="0" smtClean="0"/>
              <a:t>It is a critical step that must be completed in order for a model to serve its intended purpose and solve the challenges it is designed.</a:t>
            </a:r>
          </a:p>
          <a:p>
            <a:r>
              <a:rPr lang="en-US" dirty="0" smtClean="0"/>
              <a:t>Here, we are using </a:t>
            </a:r>
            <a:r>
              <a:rPr lang="en-US" i="1" dirty="0" smtClean="0">
                <a:solidFill>
                  <a:schemeClr val="bg1"/>
                </a:solidFill>
              </a:rPr>
              <a:t>‘</a:t>
            </a:r>
            <a:r>
              <a:rPr lang="en-US" b="1" i="1" dirty="0" err="1" smtClean="0">
                <a:solidFill>
                  <a:schemeClr val="bg1"/>
                </a:solidFill>
              </a:rPr>
              <a:t>Stremlit</a:t>
            </a:r>
            <a:r>
              <a:rPr lang="en-US" b="1" i="1" dirty="0" smtClean="0">
                <a:solidFill>
                  <a:schemeClr val="bg1"/>
                </a:solidFill>
              </a:rPr>
              <a:t>’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dirty="0" smtClean="0"/>
              <a:t>for deploying our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51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685800"/>
            <a:ext cx="10261600" cy="553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197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013" y="88900"/>
            <a:ext cx="5780087" cy="1068388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Challenges in project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41412" y="977900"/>
            <a:ext cx="9905999" cy="4813301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Arial Black" pitchFamily="34" charset="0"/>
              </a:rPr>
              <a:t>Data Extraction </a:t>
            </a:r>
            <a:r>
              <a:rPr lang="en-US" b="1" dirty="0" smtClean="0">
                <a:solidFill>
                  <a:schemeClr val="bg1"/>
                </a:solidFill>
                <a:latin typeface="Arial Black" pitchFamily="34" charset="0"/>
              </a:rPr>
              <a:t>Difficulties:</a:t>
            </a:r>
          </a:p>
          <a:p>
            <a:pPr lvl="1"/>
            <a:r>
              <a:rPr lang="en-US" dirty="0" smtClean="0"/>
              <a:t>Initial </a:t>
            </a:r>
            <a:r>
              <a:rPr lang="en-US" dirty="0"/>
              <a:t>Issues with Beautiful </a:t>
            </a:r>
            <a:r>
              <a:rPr lang="en-US" dirty="0" smtClean="0"/>
              <a:t>Soup:</a:t>
            </a:r>
          </a:p>
          <a:p>
            <a:pPr lvl="1"/>
            <a:r>
              <a:rPr lang="en-US" dirty="0" smtClean="0"/>
              <a:t>Problem</a:t>
            </a:r>
            <a:r>
              <a:rPr lang="en-US" dirty="0"/>
              <a:t>: Difficulty in extracting datasets from Amazon Books </a:t>
            </a:r>
            <a:r>
              <a:rPr lang="en-US" dirty="0" smtClean="0"/>
              <a:t>website.</a:t>
            </a:r>
          </a:p>
          <a:p>
            <a:pPr lvl="1"/>
            <a:r>
              <a:rPr lang="en-US" dirty="0" smtClean="0"/>
              <a:t>Solution</a:t>
            </a:r>
            <a:r>
              <a:rPr lang="en-US" dirty="0"/>
              <a:t>: Team learned and implemented advanced scraping </a:t>
            </a:r>
            <a:r>
              <a:rPr lang="en-US" dirty="0" smtClean="0"/>
              <a:t>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Arial Black" pitchFamily="34" charset="0"/>
              </a:rPr>
              <a:t>Complexity in Exploratory Data Analysis (EDA</a:t>
            </a:r>
            <a:r>
              <a:rPr lang="en-US" b="1" dirty="0" smtClean="0">
                <a:solidFill>
                  <a:schemeClr val="bg1"/>
                </a:solidFill>
                <a:latin typeface="Arial Black" pitchFamily="34" charset="0"/>
              </a:rPr>
              <a:t>):</a:t>
            </a:r>
            <a:endParaRPr lang="en-US" b="1" dirty="0">
              <a:solidFill>
                <a:schemeClr val="bg1"/>
              </a:solidFill>
              <a:latin typeface="Arial Black" pitchFamily="34" charset="0"/>
            </a:endParaRPr>
          </a:p>
          <a:p>
            <a:pPr lvl="1"/>
            <a:r>
              <a:rPr lang="en-US" dirty="0" smtClean="0"/>
              <a:t>Interesting </a:t>
            </a:r>
            <a:r>
              <a:rPr lang="en-US" dirty="0"/>
              <a:t>but </a:t>
            </a:r>
            <a:r>
              <a:rPr lang="en-US" dirty="0" smtClean="0"/>
              <a:t>Challenging:</a:t>
            </a:r>
          </a:p>
          <a:p>
            <a:pPr lvl="1"/>
            <a:r>
              <a:rPr lang="en-US" dirty="0" smtClean="0"/>
              <a:t>Variable </a:t>
            </a:r>
            <a:r>
              <a:rPr lang="en-US" dirty="0"/>
              <a:t>Selection: Identifying the most relevant variables for </a:t>
            </a:r>
            <a:r>
              <a:rPr lang="en-US" dirty="0" smtClean="0"/>
              <a:t>analysis.</a:t>
            </a:r>
          </a:p>
          <a:p>
            <a:pPr lvl="1"/>
            <a:r>
              <a:rPr lang="en-US" dirty="0" smtClean="0"/>
              <a:t>Effective </a:t>
            </a:r>
            <a:r>
              <a:rPr lang="en-US" dirty="0"/>
              <a:t>Visualization: Creating impactful and insightful visualizations.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Arial Black" pitchFamily="34" charset="0"/>
              </a:rPr>
              <a:t>Model Building </a:t>
            </a:r>
            <a:r>
              <a:rPr lang="en-US" b="1" dirty="0" smtClean="0">
                <a:solidFill>
                  <a:schemeClr val="bg1"/>
                </a:solidFill>
                <a:latin typeface="Arial Black" pitchFamily="34" charset="0"/>
              </a:rPr>
              <a:t>Hurdles:</a:t>
            </a:r>
            <a:endParaRPr lang="en-US" b="1" dirty="0">
              <a:solidFill>
                <a:schemeClr val="bg1"/>
              </a:solidFill>
              <a:latin typeface="Arial Black" pitchFamily="34" charset="0"/>
            </a:endParaRPr>
          </a:p>
          <a:p>
            <a:pPr lvl="1"/>
            <a:r>
              <a:rPr lang="en-US" dirty="0" smtClean="0"/>
              <a:t>Accuracy Challenge:</a:t>
            </a:r>
          </a:p>
          <a:p>
            <a:pPr lvl="1"/>
            <a:r>
              <a:rPr lang="en-US" dirty="0" smtClean="0"/>
              <a:t>Trial </a:t>
            </a:r>
            <a:r>
              <a:rPr lang="en-US" dirty="0"/>
              <a:t>and Error: Built 5-6 </a:t>
            </a:r>
            <a:r>
              <a:rPr lang="en-US" dirty="0" smtClean="0"/>
              <a:t>models.</a:t>
            </a:r>
          </a:p>
          <a:p>
            <a:pPr lvl="1"/>
            <a:r>
              <a:rPr lang="en-US" dirty="0" smtClean="0"/>
              <a:t>Final </a:t>
            </a:r>
            <a:r>
              <a:rPr lang="en-US" dirty="0"/>
              <a:t>Selection: Chose the model that provided the most accurate recommendations.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699" y="215900"/>
            <a:ext cx="4076701" cy="140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050" y="35560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295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913" y="203200"/>
            <a:ext cx="9905998" cy="812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itchFamily="82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041400"/>
            <a:ext cx="9905999" cy="4749801"/>
          </a:xfrm>
        </p:spPr>
        <p:txBody>
          <a:bodyPr/>
          <a:lstStyle/>
          <a:p>
            <a:r>
              <a:rPr lang="en-US" dirty="0"/>
              <a:t>Pandas documentation </a:t>
            </a:r>
            <a:r>
              <a:rPr lang="en-US" dirty="0" smtClean="0"/>
              <a:t>Link- </a:t>
            </a:r>
            <a:r>
              <a:rPr lang="en-US" dirty="0">
                <a:hlinkClick r:id="rId2"/>
              </a:rPr>
              <a:t>https://pandas.pydata.org/docs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r>
              <a:rPr lang="en-US" dirty="0"/>
              <a:t>documentation-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matplotlib.org/stable/index.html</a:t>
            </a:r>
            <a:endParaRPr lang="en-US" dirty="0" smtClean="0"/>
          </a:p>
          <a:p>
            <a:r>
              <a:rPr lang="en-US" dirty="0" err="1" smtClean="0"/>
              <a:t>Streamlit</a:t>
            </a:r>
            <a:r>
              <a:rPr lang="en-US" dirty="0" smtClean="0"/>
              <a:t> </a:t>
            </a:r>
            <a:r>
              <a:rPr lang="en-US" dirty="0"/>
              <a:t>documentation- </a:t>
            </a:r>
            <a:r>
              <a:rPr lang="en-US" dirty="0">
                <a:hlinkClick r:id="rId4"/>
              </a:rPr>
              <a:t>https://docs.streamlit.io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r>
              <a:rPr lang="en-US" dirty="0">
                <a:hlinkClick r:id="rId5"/>
              </a:rPr>
              <a:t>https://www.kaggle.com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60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60900"/>
            <a:ext cx="3302000" cy="2197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00" y="0"/>
            <a:ext cx="3873500" cy="2905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8479" y="2584450"/>
            <a:ext cx="71000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  <a:latin typeface="Matura MT Script Capitals" pitchFamily="66" charset="0"/>
              </a:rPr>
              <a:t>Any Questions??</a:t>
            </a:r>
            <a:endParaRPr lang="en-US" sz="6600" dirty="0">
              <a:solidFill>
                <a:schemeClr val="bg1"/>
              </a:solidFill>
              <a:latin typeface="Matura MT Script Capital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90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70" y="0"/>
            <a:ext cx="316823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43100" y="1498600"/>
            <a:ext cx="5384807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 smtClean="0">
                <a:solidFill>
                  <a:schemeClr val="bg1"/>
                </a:solidFill>
                <a:latin typeface="Pristina" pitchFamily="66" charset="0"/>
              </a:rPr>
              <a:t>THANK </a:t>
            </a:r>
          </a:p>
          <a:p>
            <a:r>
              <a:rPr lang="en-US" sz="11500" b="1" dirty="0" smtClean="0">
                <a:solidFill>
                  <a:schemeClr val="bg1"/>
                </a:solidFill>
                <a:latin typeface="Pristina" pitchFamily="66" charset="0"/>
              </a:rPr>
              <a:t>YOU!!!!!</a:t>
            </a:r>
            <a:endParaRPr lang="en-US" sz="11500" b="1" dirty="0">
              <a:solidFill>
                <a:schemeClr val="bg1"/>
              </a:solidFill>
              <a:latin typeface="Pristina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90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@Predictive_Analysis_of_Energy_Production-_CCPP[1]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@Predictive_Analysis_of_Energy_Production-_CCPP[1]</Template>
  <TotalTime>120</TotalTime>
  <Words>515</Words>
  <Application>Microsoft Office PowerPoint</Application>
  <PresentationFormat>Custom</PresentationFormat>
  <Paragraphs>103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@Predictive_Analysis_of_Energy_Production-_CCPP[1]</vt:lpstr>
      <vt:lpstr>Book Recommendation System</vt:lpstr>
      <vt:lpstr>content</vt:lpstr>
      <vt:lpstr>Project Architecture  </vt:lpstr>
      <vt:lpstr>Introduction to Recommendation </vt:lpstr>
      <vt:lpstr>Datasets details</vt:lpstr>
      <vt:lpstr>Data pre-processing</vt:lpstr>
      <vt:lpstr>Data Visualization</vt:lpstr>
      <vt:lpstr>PowerPoint Presentation</vt:lpstr>
      <vt:lpstr>Recommendation Techniques</vt:lpstr>
      <vt:lpstr>PowerPoint Presentation</vt:lpstr>
      <vt:lpstr>Deployment</vt:lpstr>
      <vt:lpstr>PowerPoint Presentation</vt:lpstr>
      <vt:lpstr>Challenges in project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Recommendation System</dc:title>
  <dc:creator>Basuraj</dc:creator>
  <cp:lastModifiedBy>Basuraj</cp:lastModifiedBy>
  <cp:revision>13</cp:revision>
  <dcterms:created xsi:type="dcterms:W3CDTF">2024-06-10T03:05:29Z</dcterms:created>
  <dcterms:modified xsi:type="dcterms:W3CDTF">2024-06-10T05:05:36Z</dcterms:modified>
</cp:coreProperties>
</file>